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720"/>
  </p:normalViewPr>
  <p:slideViewPr>
    <p:cSldViewPr snapToGrid="0" snapToObjects="1">
      <p:cViewPr>
        <p:scale>
          <a:sx n="93" d="100"/>
          <a:sy n="93" d="100"/>
        </p:scale>
        <p:origin x="920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C940DE-F6CF-4231-9729-4AB05A1741F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426C98-7EAD-40E6-8530-CD763CBDF6A8}">
      <dgm:prSet/>
      <dgm:spPr/>
      <dgm:t>
        <a:bodyPr/>
        <a:lstStyle/>
        <a:p>
          <a:r>
            <a:rPr lang="en-US"/>
            <a:t>Drowsiness is difficult to detect early.</a:t>
          </a:r>
        </a:p>
      </dgm:t>
    </dgm:pt>
    <dgm:pt modelId="{BDF56049-9F10-4EB8-8A79-8DED54EDEB32}" type="parTrans" cxnId="{7D3BAD1B-1CD4-4821-94A4-82D3DD9199BC}">
      <dgm:prSet/>
      <dgm:spPr/>
      <dgm:t>
        <a:bodyPr/>
        <a:lstStyle/>
        <a:p>
          <a:endParaRPr lang="en-US"/>
        </a:p>
      </dgm:t>
    </dgm:pt>
    <dgm:pt modelId="{C7C04934-9F7F-4FE6-B1B2-18F53022FE2F}" type="sibTrans" cxnId="{7D3BAD1B-1CD4-4821-94A4-82D3DD9199BC}">
      <dgm:prSet/>
      <dgm:spPr/>
      <dgm:t>
        <a:bodyPr/>
        <a:lstStyle/>
        <a:p>
          <a:endParaRPr lang="en-US"/>
        </a:p>
      </dgm:t>
    </dgm:pt>
    <dgm:pt modelId="{C2007632-DAF1-4528-8B89-E58A37CD6274}">
      <dgm:prSet/>
      <dgm:spPr/>
      <dgm:t>
        <a:bodyPr/>
        <a:lstStyle/>
        <a:p>
          <a:r>
            <a:rPr lang="en-US"/>
            <a:t>Drivers may experience microsleep episodes.</a:t>
          </a:r>
        </a:p>
      </dgm:t>
    </dgm:pt>
    <dgm:pt modelId="{EE1731F1-2A1B-42E4-9E79-342EA99B44A0}" type="parTrans" cxnId="{3B0295D5-62B9-452F-8865-14E1061D743C}">
      <dgm:prSet/>
      <dgm:spPr/>
      <dgm:t>
        <a:bodyPr/>
        <a:lstStyle/>
        <a:p>
          <a:endParaRPr lang="en-US"/>
        </a:p>
      </dgm:t>
    </dgm:pt>
    <dgm:pt modelId="{61D60E89-25C2-4E98-81E9-DAC5981DE21E}" type="sibTrans" cxnId="{3B0295D5-62B9-452F-8865-14E1061D743C}">
      <dgm:prSet/>
      <dgm:spPr/>
      <dgm:t>
        <a:bodyPr/>
        <a:lstStyle/>
        <a:p>
          <a:endParaRPr lang="en-US"/>
        </a:p>
      </dgm:t>
    </dgm:pt>
    <dgm:pt modelId="{857FC580-38DA-493F-838B-67C83F996208}">
      <dgm:prSet/>
      <dgm:spPr/>
      <dgm:t>
        <a:bodyPr/>
        <a:lstStyle/>
        <a:p>
          <a:r>
            <a:rPr lang="en-US"/>
            <a:t>Traditional systems fail to detect real-time fatigue.</a:t>
          </a:r>
        </a:p>
      </dgm:t>
    </dgm:pt>
    <dgm:pt modelId="{EF61E9DE-79C9-45BA-9082-60E670BBA220}" type="parTrans" cxnId="{979567CC-CF13-4D68-9AFF-EA17CD091363}">
      <dgm:prSet/>
      <dgm:spPr/>
      <dgm:t>
        <a:bodyPr/>
        <a:lstStyle/>
        <a:p>
          <a:endParaRPr lang="en-US"/>
        </a:p>
      </dgm:t>
    </dgm:pt>
    <dgm:pt modelId="{3EC94BF8-A577-4E59-BECB-B998B42A2CD7}" type="sibTrans" cxnId="{979567CC-CF13-4D68-9AFF-EA17CD091363}">
      <dgm:prSet/>
      <dgm:spPr/>
      <dgm:t>
        <a:bodyPr/>
        <a:lstStyle/>
        <a:p>
          <a:endParaRPr lang="en-US"/>
        </a:p>
      </dgm:t>
    </dgm:pt>
    <dgm:pt modelId="{B4164D70-36A2-4DDF-95AC-748E88C65AB4}">
      <dgm:prSet/>
      <dgm:spPr/>
      <dgm:t>
        <a:bodyPr/>
        <a:lstStyle/>
        <a:p>
          <a:r>
            <a:rPr lang="en-US"/>
            <a:t>Need for a fast and accurate detection system.</a:t>
          </a:r>
        </a:p>
      </dgm:t>
    </dgm:pt>
    <dgm:pt modelId="{095DD22A-310E-4737-82B6-13C1A431AF0F}" type="parTrans" cxnId="{B2D6DC70-F3DC-443C-95EC-7F92DC775B3B}">
      <dgm:prSet/>
      <dgm:spPr/>
      <dgm:t>
        <a:bodyPr/>
        <a:lstStyle/>
        <a:p>
          <a:endParaRPr lang="en-US"/>
        </a:p>
      </dgm:t>
    </dgm:pt>
    <dgm:pt modelId="{1791BC95-4A7A-44A7-B749-652524419048}" type="sibTrans" cxnId="{B2D6DC70-F3DC-443C-95EC-7F92DC775B3B}">
      <dgm:prSet/>
      <dgm:spPr/>
      <dgm:t>
        <a:bodyPr/>
        <a:lstStyle/>
        <a:p>
          <a:endParaRPr lang="en-US"/>
        </a:p>
      </dgm:t>
    </dgm:pt>
    <dgm:pt modelId="{B22E1398-F96F-4714-920E-AC0B1DE24920}">
      <dgm:prSet/>
      <dgm:spPr/>
      <dgm:t>
        <a:bodyPr/>
        <a:lstStyle/>
        <a:p>
          <a:r>
            <a:rPr lang="en-GB"/>
            <a:t>Drivers may experience microsleep for a few seconds, which is enough to cause serious accidents. Detecting this in real-time is the main challenge.</a:t>
          </a:r>
          <a:endParaRPr lang="en-US"/>
        </a:p>
      </dgm:t>
    </dgm:pt>
    <dgm:pt modelId="{2A57F81B-6DBB-47A6-A6F8-688E2E98F393}" type="parTrans" cxnId="{DDA87541-4FE5-4C4B-9383-9A127FEDF5BD}">
      <dgm:prSet/>
      <dgm:spPr/>
      <dgm:t>
        <a:bodyPr/>
        <a:lstStyle/>
        <a:p>
          <a:endParaRPr lang="en-US"/>
        </a:p>
      </dgm:t>
    </dgm:pt>
    <dgm:pt modelId="{C3FAF5E2-8C5A-4E46-8285-4499BD6F86C3}" type="sibTrans" cxnId="{DDA87541-4FE5-4C4B-9383-9A127FEDF5BD}">
      <dgm:prSet/>
      <dgm:spPr/>
      <dgm:t>
        <a:bodyPr/>
        <a:lstStyle/>
        <a:p>
          <a:endParaRPr lang="en-US"/>
        </a:p>
      </dgm:t>
    </dgm:pt>
    <dgm:pt modelId="{17D7B864-6974-4783-9BF5-586673002E43}" type="pres">
      <dgm:prSet presAssocID="{C8C940DE-F6CF-4231-9729-4AB05A1741F4}" presName="root" presStyleCnt="0">
        <dgm:presLayoutVars>
          <dgm:dir/>
          <dgm:resizeHandles val="exact"/>
        </dgm:presLayoutVars>
      </dgm:prSet>
      <dgm:spPr/>
    </dgm:pt>
    <dgm:pt modelId="{10658FD9-467D-4C95-82DA-F53E7964C56E}" type="pres">
      <dgm:prSet presAssocID="{4C426C98-7EAD-40E6-8530-CD763CBDF6A8}" presName="compNode" presStyleCnt="0"/>
      <dgm:spPr/>
    </dgm:pt>
    <dgm:pt modelId="{15467E0D-6EC0-42FF-BE41-52D3F934D9ED}" type="pres">
      <dgm:prSet presAssocID="{4C426C98-7EAD-40E6-8530-CD763CBDF6A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AD274DE0-47CE-4842-8C8B-084A8EE1EFC6}" type="pres">
      <dgm:prSet presAssocID="{4C426C98-7EAD-40E6-8530-CD763CBDF6A8}" presName="spaceRect" presStyleCnt="0"/>
      <dgm:spPr/>
    </dgm:pt>
    <dgm:pt modelId="{E3FBE492-57FA-4983-95AD-3DFCE6F83FCC}" type="pres">
      <dgm:prSet presAssocID="{4C426C98-7EAD-40E6-8530-CD763CBDF6A8}" presName="textRect" presStyleLbl="revTx" presStyleIdx="0" presStyleCnt="5">
        <dgm:presLayoutVars>
          <dgm:chMax val="1"/>
          <dgm:chPref val="1"/>
        </dgm:presLayoutVars>
      </dgm:prSet>
      <dgm:spPr/>
    </dgm:pt>
    <dgm:pt modelId="{4158524C-325B-4343-9934-A9B8909004C2}" type="pres">
      <dgm:prSet presAssocID="{C7C04934-9F7F-4FE6-B1B2-18F53022FE2F}" presName="sibTrans" presStyleCnt="0"/>
      <dgm:spPr/>
    </dgm:pt>
    <dgm:pt modelId="{F08D5231-EA52-4BFE-8B02-3890C1E226DA}" type="pres">
      <dgm:prSet presAssocID="{C2007632-DAF1-4528-8B89-E58A37CD6274}" presName="compNode" presStyleCnt="0"/>
      <dgm:spPr/>
    </dgm:pt>
    <dgm:pt modelId="{BB449952-753E-45CB-8890-93692D132BBB}" type="pres">
      <dgm:prSet presAssocID="{C2007632-DAF1-4528-8B89-E58A37CD627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fused Face with Solid Fill"/>
        </a:ext>
      </dgm:extLst>
    </dgm:pt>
    <dgm:pt modelId="{2E66F334-F814-4FEB-9D6B-23A985D83A65}" type="pres">
      <dgm:prSet presAssocID="{C2007632-DAF1-4528-8B89-E58A37CD6274}" presName="spaceRect" presStyleCnt="0"/>
      <dgm:spPr/>
    </dgm:pt>
    <dgm:pt modelId="{1A230325-DBF9-4B25-A3EE-4171D4274F21}" type="pres">
      <dgm:prSet presAssocID="{C2007632-DAF1-4528-8B89-E58A37CD6274}" presName="textRect" presStyleLbl="revTx" presStyleIdx="1" presStyleCnt="5">
        <dgm:presLayoutVars>
          <dgm:chMax val="1"/>
          <dgm:chPref val="1"/>
        </dgm:presLayoutVars>
      </dgm:prSet>
      <dgm:spPr/>
    </dgm:pt>
    <dgm:pt modelId="{A22FDA46-2B04-4FEF-A7C7-EA7B4B53C488}" type="pres">
      <dgm:prSet presAssocID="{61D60E89-25C2-4E98-81E9-DAC5981DE21E}" presName="sibTrans" presStyleCnt="0"/>
      <dgm:spPr/>
    </dgm:pt>
    <dgm:pt modelId="{5B48C4D8-A17A-4A92-AC28-371944017A18}" type="pres">
      <dgm:prSet presAssocID="{857FC580-38DA-493F-838B-67C83F996208}" presName="compNode" presStyleCnt="0"/>
      <dgm:spPr/>
    </dgm:pt>
    <dgm:pt modelId="{1D15ABAC-9DBA-415A-8C31-0666869BA4D0}" type="pres">
      <dgm:prSet presAssocID="{857FC580-38DA-493F-838B-67C83F99620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37355812-D9BC-4CE2-893A-ADC06F7F4189}" type="pres">
      <dgm:prSet presAssocID="{857FC580-38DA-493F-838B-67C83F996208}" presName="spaceRect" presStyleCnt="0"/>
      <dgm:spPr/>
    </dgm:pt>
    <dgm:pt modelId="{DB38EA5C-D086-43F8-A535-46F1C183E35B}" type="pres">
      <dgm:prSet presAssocID="{857FC580-38DA-493F-838B-67C83F996208}" presName="textRect" presStyleLbl="revTx" presStyleIdx="2" presStyleCnt="5">
        <dgm:presLayoutVars>
          <dgm:chMax val="1"/>
          <dgm:chPref val="1"/>
        </dgm:presLayoutVars>
      </dgm:prSet>
      <dgm:spPr/>
    </dgm:pt>
    <dgm:pt modelId="{BF4CF7D3-1892-4AC3-AB52-FAF932AB9F01}" type="pres">
      <dgm:prSet presAssocID="{3EC94BF8-A577-4E59-BECB-B998B42A2CD7}" presName="sibTrans" presStyleCnt="0"/>
      <dgm:spPr/>
    </dgm:pt>
    <dgm:pt modelId="{7D14C1F3-8B75-4D97-B5DF-1BEF375DB43C}" type="pres">
      <dgm:prSet presAssocID="{B4164D70-36A2-4DDF-95AC-748E88C65AB4}" presName="compNode" presStyleCnt="0"/>
      <dgm:spPr/>
    </dgm:pt>
    <dgm:pt modelId="{91396E55-C730-467C-AA56-E801C4BD08CB}" type="pres">
      <dgm:prSet presAssocID="{B4164D70-36A2-4DDF-95AC-748E88C65AB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40CA1DA1-EB41-42BC-8ECF-1256D671046E}" type="pres">
      <dgm:prSet presAssocID="{B4164D70-36A2-4DDF-95AC-748E88C65AB4}" presName="spaceRect" presStyleCnt="0"/>
      <dgm:spPr/>
    </dgm:pt>
    <dgm:pt modelId="{8937451C-4403-422B-9B51-5930759CE573}" type="pres">
      <dgm:prSet presAssocID="{B4164D70-36A2-4DDF-95AC-748E88C65AB4}" presName="textRect" presStyleLbl="revTx" presStyleIdx="3" presStyleCnt="5">
        <dgm:presLayoutVars>
          <dgm:chMax val="1"/>
          <dgm:chPref val="1"/>
        </dgm:presLayoutVars>
      </dgm:prSet>
      <dgm:spPr/>
    </dgm:pt>
    <dgm:pt modelId="{DF7319CE-13B3-467E-A687-733AC5E4D98E}" type="pres">
      <dgm:prSet presAssocID="{1791BC95-4A7A-44A7-B749-652524419048}" presName="sibTrans" presStyleCnt="0"/>
      <dgm:spPr/>
    </dgm:pt>
    <dgm:pt modelId="{9D9AE773-C40E-438D-AE1E-C1FD5BAB88A4}" type="pres">
      <dgm:prSet presAssocID="{B22E1398-F96F-4714-920E-AC0B1DE24920}" presName="compNode" presStyleCnt="0"/>
      <dgm:spPr/>
    </dgm:pt>
    <dgm:pt modelId="{96D94B9B-819C-4C77-8B64-D7AB282EA9BA}" type="pres">
      <dgm:prSet presAssocID="{B22E1398-F96F-4714-920E-AC0B1DE2492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27F90825-F92C-445C-93E7-53856A8E4F39}" type="pres">
      <dgm:prSet presAssocID="{B22E1398-F96F-4714-920E-AC0B1DE24920}" presName="spaceRect" presStyleCnt="0"/>
      <dgm:spPr/>
    </dgm:pt>
    <dgm:pt modelId="{C14002BB-E862-4258-8184-06EF8227C466}" type="pres">
      <dgm:prSet presAssocID="{B22E1398-F96F-4714-920E-AC0B1DE2492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D3BAD1B-1CD4-4821-94A4-82D3DD9199BC}" srcId="{C8C940DE-F6CF-4231-9729-4AB05A1741F4}" destId="{4C426C98-7EAD-40E6-8530-CD763CBDF6A8}" srcOrd="0" destOrd="0" parTransId="{BDF56049-9F10-4EB8-8A79-8DED54EDEB32}" sibTransId="{C7C04934-9F7F-4FE6-B1B2-18F53022FE2F}"/>
    <dgm:cxn modelId="{7EB0C12C-D9DC-4F9C-9A35-D81E1E5FF65B}" type="presOf" srcId="{B4164D70-36A2-4DDF-95AC-748E88C65AB4}" destId="{8937451C-4403-422B-9B51-5930759CE573}" srcOrd="0" destOrd="0" presId="urn:microsoft.com/office/officeart/2018/2/layout/IconLabelList"/>
    <dgm:cxn modelId="{AEDF742F-0460-4501-8BE0-63AE1B882728}" type="presOf" srcId="{C8C940DE-F6CF-4231-9729-4AB05A1741F4}" destId="{17D7B864-6974-4783-9BF5-586673002E43}" srcOrd="0" destOrd="0" presId="urn:microsoft.com/office/officeart/2018/2/layout/IconLabelList"/>
    <dgm:cxn modelId="{DDA87541-4FE5-4C4B-9383-9A127FEDF5BD}" srcId="{C8C940DE-F6CF-4231-9729-4AB05A1741F4}" destId="{B22E1398-F96F-4714-920E-AC0B1DE24920}" srcOrd="4" destOrd="0" parTransId="{2A57F81B-6DBB-47A6-A6F8-688E2E98F393}" sibTransId="{C3FAF5E2-8C5A-4E46-8285-4499BD6F86C3}"/>
    <dgm:cxn modelId="{E5C6C847-4420-4EE7-A84D-604CFFA4C4C9}" type="presOf" srcId="{B22E1398-F96F-4714-920E-AC0B1DE24920}" destId="{C14002BB-E862-4258-8184-06EF8227C466}" srcOrd="0" destOrd="0" presId="urn:microsoft.com/office/officeart/2018/2/layout/IconLabelList"/>
    <dgm:cxn modelId="{B2D6DC70-F3DC-443C-95EC-7F92DC775B3B}" srcId="{C8C940DE-F6CF-4231-9729-4AB05A1741F4}" destId="{B4164D70-36A2-4DDF-95AC-748E88C65AB4}" srcOrd="3" destOrd="0" parTransId="{095DD22A-310E-4737-82B6-13C1A431AF0F}" sibTransId="{1791BC95-4A7A-44A7-B749-652524419048}"/>
    <dgm:cxn modelId="{8115BA73-3203-403E-A6E2-E6A484013939}" type="presOf" srcId="{857FC580-38DA-493F-838B-67C83F996208}" destId="{DB38EA5C-D086-43F8-A535-46F1C183E35B}" srcOrd="0" destOrd="0" presId="urn:microsoft.com/office/officeart/2018/2/layout/IconLabelList"/>
    <dgm:cxn modelId="{2B66E192-ECDF-41CF-82DD-4BA58F836008}" type="presOf" srcId="{C2007632-DAF1-4528-8B89-E58A37CD6274}" destId="{1A230325-DBF9-4B25-A3EE-4171D4274F21}" srcOrd="0" destOrd="0" presId="urn:microsoft.com/office/officeart/2018/2/layout/IconLabelList"/>
    <dgm:cxn modelId="{979567CC-CF13-4D68-9AFF-EA17CD091363}" srcId="{C8C940DE-F6CF-4231-9729-4AB05A1741F4}" destId="{857FC580-38DA-493F-838B-67C83F996208}" srcOrd="2" destOrd="0" parTransId="{EF61E9DE-79C9-45BA-9082-60E670BBA220}" sibTransId="{3EC94BF8-A577-4E59-BECB-B998B42A2CD7}"/>
    <dgm:cxn modelId="{3B0295D5-62B9-452F-8865-14E1061D743C}" srcId="{C8C940DE-F6CF-4231-9729-4AB05A1741F4}" destId="{C2007632-DAF1-4528-8B89-E58A37CD6274}" srcOrd="1" destOrd="0" parTransId="{EE1731F1-2A1B-42E4-9E79-342EA99B44A0}" sibTransId="{61D60E89-25C2-4E98-81E9-DAC5981DE21E}"/>
    <dgm:cxn modelId="{8679FDDA-A866-45B4-A162-3BBBBB778824}" type="presOf" srcId="{4C426C98-7EAD-40E6-8530-CD763CBDF6A8}" destId="{E3FBE492-57FA-4983-95AD-3DFCE6F83FCC}" srcOrd="0" destOrd="0" presId="urn:microsoft.com/office/officeart/2018/2/layout/IconLabelList"/>
    <dgm:cxn modelId="{39FF2E49-785C-4116-A57E-CF0C469A7BDA}" type="presParOf" srcId="{17D7B864-6974-4783-9BF5-586673002E43}" destId="{10658FD9-467D-4C95-82DA-F53E7964C56E}" srcOrd="0" destOrd="0" presId="urn:microsoft.com/office/officeart/2018/2/layout/IconLabelList"/>
    <dgm:cxn modelId="{C190872C-E432-4EA9-A689-7ACE41F40052}" type="presParOf" srcId="{10658FD9-467D-4C95-82DA-F53E7964C56E}" destId="{15467E0D-6EC0-42FF-BE41-52D3F934D9ED}" srcOrd="0" destOrd="0" presId="urn:microsoft.com/office/officeart/2018/2/layout/IconLabelList"/>
    <dgm:cxn modelId="{A21A4CF2-7753-4754-8933-E2F0F6D8C535}" type="presParOf" srcId="{10658FD9-467D-4C95-82DA-F53E7964C56E}" destId="{AD274DE0-47CE-4842-8C8B-084A8EE1EFC6}" srcOrd="1" destOrd="0" presId="urn:microsoft.com/office/officeart/2018/2/layout/IconLabelList"/>
    <dgm:cxn modelId="{A74179C7-B329-40FC-889F-3BC2C1200461}" type="presParOf" srcId="{10658FD9-467D-4C95-82DA-F53E7964C56E}" destId="{E3FBE492-57FA-4983-95AD-3DFCE6F83FCC}" srcOrd="2" destOrd="0" presId="urn:microsoft.com/office/officeart/2018/2/layout/IconLabelList"/>
    <dgm:cxn modelId="{A1414989-18EE-447C-9165-622118E78D35}" type="presParOf" srcId="{17D7B864-6974-4783-9BF5-586673002E43}" destId="{4158524C-325B-4343-9934-A9B8909004C2}" srcOrd="1" destOrd="0" presId="urn:microsoft.com/office/officeart/2018/2/layout/IconLabelList"/>
    <dgm:cxn modelId="{01F3DE98-F9A7-460A-9E3B-9352C688380F}" type="presParOf" srcId="{17D7B864-6974-4783-9BF5-586673002E43}" destId="{F08D5231-EA52-4BFE-8B02-3890C1E226DA}" srcOrd="2" destOrd="0" presId="urn:microsoft.com/office/officeart/2018/2/layout/IconLabelList"/>
    <dgm:cxn modelId="{34DA5D9B-C02C-4B9B-A544-EE82F71986F4}" type="presParOf" srcId="{F08D5231-EA52-4BFE-8B02-3890C1E226DA}" destId="{BB449952-753E-45CB-8890-93692D132BBB}" srcOrd="0" destOrd="0" presId="urn:microsoft.com/office/officeart/2018/2/layout/IconLabelList"/>
    <dgm:cxn modelId="{5BD762AB-F230-42D9-BBFB-853C71BD0911}" type="presParOf" srcId="{F08D5231-EA52-4BFE-8B02-3890C1E226DA}" destId="{2E66F334-F814-4FEB-9D6B-23A985D83A65}" srcOrd="1" destOrd="0" presId="urn:microsoft.com/office/officeart/2018/2/layout/IconLabelList"/>
    <dgm:cxn modelId="{29221C01-D1F3-440B-834F-3872394E1E0F}" type="presParOf" srcId="{F08D5231-EA52-4BFE-8B02-3890C1E226DA}" destId="{1A230325-DBF9-4B25-A3EE-4171D4274F21}" srcOrd="2" destOrd="0" presId="urn:microsoft.com/office/officeart/2018/2/layout/IconLabelList"/>
    <dgm:cxn modelId="{4D00EC1F-3290-4560-B708-12CAD4754FD4}" type="presParOf" srcId="{17D7B864-6974-4783-9BF5-586673002E43}" destId="{A22FDA46-2B04-4FEF-A7C7-EA7B4B53C488}" srcOrd="3" destOrd="0" presId="urn:microsoft.com/office/officeart/2018/2/layout/IconLabelList"/>
    <dgm:cxn modelId="{9F26038E-C142-49E7-B164-7162A8CD06FB}" type="presParOf" srcId="{17D7B864-6974-4783-9BF5-586673002E43}" destId="{5B48C4D8-A17A-4A92-AC28-371944017A18}" srcOrd="4" destOrd="0" presId="urn:microsoft.com/office/officeart/2018/2/layout/IconLabelList"/>
    <dgm:cxn modelId="{77A60205-04F2-4C8E-9933-7223CFC2FF8D}" type="presParOf" srcId="{5B48C4D8-A17A-4A92-AC28-371944017A18}" destId="{1D15ABAC-9DBA-415A-8C31-0666869BA4D0}" srcOrd="0" destOrd="0" presId="urn:microsoft.com/office/officeart/2018/2/layout/IconLabelList"/>
    <dgm:cxn modelId="{7B7D571A-F2F1-4397-98BC-FD094E822E18}" type="presParOf" srcId="{5B48C4D8-A17A-4A92-AC28-371944017A18}" destId="{37355812-D9BC-4CE2-893A-ADC06F7F4189}" srcOrd="1" destOrd="0" presId="urn:microsoft.com/office/officeart/2018/2/layout/IconLabelList"/>
    <dgm:cxn modelId="{B1758D3A-475B-4159-83F4-2DABDB53E573}" type="presParOf" srcId="{5B48C4D8-A17A-4A92-AC28-371944017A18}" destId="{DB38EA5C-D086-43F8-A535-46F1C183E35B}" srcOrd="2" destOrd="0" presId="urn:microsoft.com/office/officeart/2018/2/layout/IconLabelList"/>
    <dgm:cxn modelId="{DA28FBF8-9D38-4F48-992D-9FD797E69CCB}" type="presParOf" srcId="{17D7B864-6974-4783-9BF5-586673002E43}" destId="{BF4CF7D3-1892-4AC3-AB52-FAF932AB9F01}" srcOrd="5" destOrd="0" presId="urn:microsoft.com/office/officeart/2018/2/layout/IconLabelList"/>
    <dgm:cxn modelId="{42B9D862-00C5-4E9C-B73E-151BDFE1F937}" type="presParOf" srcId="{17D7B864-6974-4783-9BF5-586673002E43}" destId="{7D14C1F3-8B75-4D97-B5DF-1BEF375DB43C}" srcOrd="6" destOrd="0" presId="urn:microsoft.com/office/officeart/2018/2/layout/IconLabelList"/>
    <dgm:cxn modelId="{07ADB7FF-A523-4EBB-BF21-D548FCB059C2}" type="presParOf" srcId="{7D14C1F3-8B75-4D97-B5DF-1BEF375DB43C}" destId="{91396E55-C730-467C-AA56-E801C4BD08CB}" srcOrd="0" destOrd="0" presId="urn:microsoft.com/office/officeart/2018/2/layout/IconLabelList"/>
    <dgm:cxn modelId="{614EE7D6-025C-41D0-A59B-A62BDEF46758}" type="presParOf" srcId="{7D14C1F3-8B75-4D97-B5DF-1BEF375DB43C}" destId="{40CA1DA1-EB41-42BC-8ECF-1256D671046E}" srcOrd="1" destOrd="0" presId="urn:microsoft.com/office/officeart/2018/2/layout/IconLabelList"/>
    <dgm:cxn modelId="{99CEC184-5061-4DDC-BBEE-5492BB28F6E0}" type="presParOf" srcId="{7D14C1F3-8B75-4D97-B5DF-1BEF375DB43C}" destId="{8937451C-4403-422B-9B51-5930759CE573}" srcOrd="2" destOrd="0" presId="urn:microsoft.com/office/officeart/2018/2/layout/IconLabelList"/>
    <dgm:cxn modelId="{52EB1662-C9D2-4EB4-A3AF-505D2FBF385C}" type="presParOf" srcId="{17D7B864-6974-4783-9BF5-586673002E43}" destId="{DF7319CE-13B3-467E-A687-733AC5E4D98E}" srcOrd="7" destOrd="0" presId="urn:microsoft.com/office/officeart/2018/2/layout/IconLabelList"/>
    <dgm:cxn modelId="{AAC33C7E-E23C-45E4-B0DA-0516D5D2B05A}" type="presParOf" srcId="{17D7B864-6974-4783-9BF5-586673002E43}" destId="{9D9AE773-C40E-438D-AE1E-C1FD5BAB88A4}" srcOrd="8" destOrd="0" presId="urn:microsoft.com/office/officeart/2018/2/layout/IconLabelList"/>
    <dgm:cxn modelId="{7F0ADA93-96BB-49B7-9199-C1A987F9ADF0}" type="presParOf" srcId="{9D9AE773-C40E-438D-AE1E-C1FD5BAB88A4}" destId="{96D94B9B-819C-4C77-8B64-D7AB282EA9BA}" srcOrd="0" destOrd="0" presId="urn:microsoft.com/office/officeart/2018/2/layout/IconLabelList"/>
    <dgm:cxn modelId="{3A839A05-F047-48EA-ACE9-8F3ED93470D2}" type="presParOf" srcId="{9D9AE773-C40E-438D-AE1E-C1FD5BAB88A4}" destId="{27F90825-F92C-445C-93E7-53856A8E4F39}" srcOrd="1" destOrd="0" presId="urn:microsoft.com/office/officeart/2018/2/layout/IconLabelList"/>
    <dgm:cxn modelId="{CF7761E9-2D80-4127-8AE1-3F7151097F61}" type="presParOf" srcId="{9D9AE773-C40E-438D-AE1E-C1FD5BAB88A4}" destId="{C14002BB-E862-4258-8184-06EF8227C46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7D4BE8-6EC2-446D-B105-AD01FD30499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4A41E76-5A79-4027-ADE7-60FFAB179A9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Physiological methods (EEG, ECG) are accurate but intrusive.</a:t>
          </a:r>
        </a:p>
      </dgm:t>
    </dgm:pt>
    <dgm:pt modelId="{61ABB12E-273F-4F2B-9C31-BC3EC4DF61D5}" type="parTrans" cxnId="{599FB87D-2DB9-4395-99D8-8C0D5E75113C}">
      <dgm:prSet/>
      <dgm:spPr/>
      <dgm:t>
        <a:bodyPr/>
        <a:lstStyle/>
        <a:p>
          <a:endParaRPr lang="en-US"/>
        </a:p>
      </dgm:t>
    </dgm:pt>
    <dgm:pt modelId="{BAF16947-1EB8-4C8F-BD74-C8EE8BACCC55}" type="sibTrans" cxnId="{599FB87D-2DB9-4395-99D8-8C0D5E75113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5335A96-2711-42FD-84F6-E1E305188C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Vehicle-based methods detect drowsiness too late.</a:t>
          </a:r>
        </a:p>
      </dgm:t>
    </dgm:pt>
    <dgm:pt modelId="{18857889-5CCF-4C45-8AF3-F32B253059B6}" type="parTrans" cxnId="{18AA8B15-2849-4010-8BBC-F512784A52A5}">
      <dgm:prSet/>
      <dgm:spPr/>
      <dgm:t>
        <a:bodyPr/>
        <a:lstStyle/>
        <a:p>
          <a:endParaRPr lang="en-US"/>
        </a:p>
      </dgm:t>
    </dgm:pt>
    <dgm:pt modelId="{43003124-13A2-4B12-A99A-A01CB22977DC}" type="sibTrans" cxnId="{18AA8B15-2849-4010-8BBC-F512784A52A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CCC2A3-2B7B-4D21-B006-FB2AA8319E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CNN models provide high accuracy but require high computation.</a:t>
          </a:r>
        </a:p>
      </dgm:t>
    </dgm:pt>
    <dgm:pt modelId="{9F33AED2-FEC3-4790-9031-CE70880BC767}" type="parTrans" cxnId="{531FB970-D4C4-43B3-8CD4-E107CE2F7224}">
      <dgm:prSet/>
      <dgm:spPr/>
      <dgm:t>
        <a:bodyPr/>
        <a:lstStyle/>
        <a:p>
          <a:endParaRPr lang="en-US"/>
        </a:p>
      </dgm:t>
    </dgm:pt>
    <dgm:pt modelId="{4C514348-4004-4974-9452-80F48D1E3B28}" type="sibTrans" cxnId="{531FB970-D4C4-43B3-8CD4-E107CE2F722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897981E-C774-469C-99BC-C315A4BCE72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Not suitable for real-time applications.</a:t>
          </a:r>
        </a:p>
      </dgm:t>
    </dgm:pt>
    <dgm:pt modelId="{862DA0F7-513C-4E28-A4F9-FEB9906A878E}" type="parTrans" cxnId="{5FA03309-9D26-4576-8FB7-6E454EAD1712}">
      <dgm:prSet/>
      <dgm:spPr/>
      <dgm:t>
        <a:bodyPr/>
        <a:lstStyle/>
        <a:p>
          <a:endParaRPr lang="en-US"/>
        </a:p>
      </dgm:t>
    </dgm:pt>
    <dgm:pt modelId="{37D13FEB-063F-491B-9B20-B0920DA18E68}" type="sibTrans" cxnId="{5FA03309-9D26-4576-8FB7-6E454EAD171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74ABE93-C5FB-4177-9A31-283CB69AEE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/>
            <a:t>Although these methods exist, they are either intrusive, slow, or not suitable for real-time applications.</a:t>
          </a:r>
          <a:endParaRPr lang="en-US"/>
        </a:p>
      </dgm:t>
    </dgm:pt>
    <dgm:pt modelId="{1770D8E2-47CD-489C-BA52-F582D5C3DD86}" type="parTrans" cxnId="{9A112B5A-C262-42CE-9D80-D6E07B8AE3E6}">
      <dgm:prSet/>
      <dgm:spPr/>
      <dgm:t>
        <a:bodyPr/>
        <a:lstStyle/>
        <a:p>
          <a:endParaRPr lang="en-US"/>
        </a:p>
      </dgm:t>
    </dgm:pt>
    <dgm:pt modelId="{3C43B8C7-F5F8-4C6F-A70D-2365723CEF1A}" type="sibTrans" cxnId="{9A112B5A-C262-42CE-9D80-D6E07B8AE3E6}">
      <dgm:prSet/>
      <dgm:spPr/>
      <dgm:t>
        <a:bodyPr/>
        <a:lstStyle/>
        <a:p>
          <a:endParaRPr lang="en-US"/>
        </a:p>
      </dgm:t>
    </dgm:pt>
    <dgm:pt modelId="{04AD5786-AA46-46F1-909A-EA8993C80752}" type="pres">
      <dgm:prSet presAssocID="{097D4BE8-6EC2-446D-B105-AD01FD304990}" presName="root" presStyleCnt="0">
        <dgm:presLayoutVars>
          <dgm:dir/>
          <dgm:resizeHandles val="exact"/>
        </dgm:presLayoutVars>
      </dgm:prSet>
      <dgm:spPr/>
    </dgm:pt>
    <dgm:pt modelId="{CF79CAB6-FFE4-4E35-843B-B6BBBF9C8024}" type="pres">
      <dgm:prSet presAssocID="{34A41E76-5A79-4027-ADE7-60FFAB179A9C}" presName="compNode" presStyleCnt="0"/>
      <dgm:spPr/>
    </dgm:pt>
    <dgm:pt modelId="{21A1E225-D949-4A4B-81EA-8BB5655FC4FF}" type="pres">
      <dgm:prSet presAssocID="{34A41E76-5A79-4027-ADE7-60FFAB179A9C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DF17EA5F-9728-4554-9D6B-028FA6214E0A}" type="pres">
      <dgm:prSet presAssocID="{34A41E76-5A79-4027-ADE7-60FFAB179A9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29FC2902-C179-4480-B6B5-E71CCC67D228}" type="pres">
      <dgm:prSet presAssocID="{34A41E76-5A79-4027-ADE7-60FFAB179A9C}" presName="spaceRect" presStyleCnt="0"/>
      <dgm:spPr/>
    </dgm:pt>
    <dgm:pt modelId="{723FBC7D-4A5A-47D9-99E6-6170D8833BD3}" type="pres">
      <dgm:prSet presAssocID="{34A41E76-5A79-4027-ADE7-60FFAB179A9C}" presName="textRect" presStyleLbl="revTx" presStyleIdx="0" presStyleCnt="5">
        <dgm:presLayoutVars>
          <dgm:chMax val="1"/>
          <dgm:chPref val="1"/>
        </dgm:presLayoutVars>
      </dgm:prSet>
      <dgm:spPr/>
    </dgm:pt>
    <dgm:pt modelId="{8482F206-14ED-4FE8-960D-53A8561AD764}" type="pres">
      <dgm:prSet presAssocID="{BAF16947-1EB8-4C8F-BD74-C8EE8BACCC55}" presName="sibTrans" presStyleCnt="0"/>
      <dgm:spPr/>
    </dgm:pt>
    <dgm:pt modelId="{1722AEB9-FDAB-4016-958F-B75D0771B5F6}" type="pres">
      <dgm:prSet presAssocID="{95335A96-2711-42FD-84F6-E1E305188C9E}" presName="compNode" presStyleCnt="0"/>
      <dgm:spPr/>
    </dgm:pt>
    <dgm:pt modelId="{59692073-01D2-423A-AEC5-E790ACF92A1F}" type="pres">
      <dgm:prSet presAssocID="{95335A96-2711-42FD-84F6-E1E305188C9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D9C8C44-33DC-425C-AD95-6F52B3013C5B}" type="pres">
      <dgm:prSet presAssocID="{95335A96-2711-42FD-84F6-E1E305188C9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6A4526FC-8EFE-46B4-9943-E1E6490E05C5}" type="pres">
      <dgm:prSet presAssocID="{95335A96-2711-42FD-84F6-E1E305188C9E}" presName="spaceRect" presStyleCnt="0"/>
      <dgm:spPr/>
    </dgm:pt>
    <dgm:pt modelId="{3287924E-BD59-441D-8BD4-CF26A76213F8}" type="pres">
      <dgm:prSet presAssocID="{95335A96-2711-42FD-84F6-E1E305188C9E}" presName="textRect" presStyleLbl="revTx" presStyleIdx="1" presStyleCnt="5">
        <dgm:presLayoutVars>
          <dgm:chMax val="1"/>
          <dgm:chPref val="1"/>
        </dgm:presLayoutVars>
      </dgm:prSet>
      <dgm:spPr/>
    </dgm:pt>
    <dgm:pt modelId="{0B3059FA-CEB0-4B4F-AD20-D63B2B94AF9C}" type="pres">
      <dgm:prSet presAssocID="{43003124-13A2-4B12-A99A-A01CB22977DC}" presName="sibTrans" presStyleCnt="0"/>
      <dgm:spPr/>
    </dgm:pt>
    <dgm:pt modelId="{08CD83ED-1F41-4157-8377-1D4FCCA77B11}" type="pres">
      <dgm:prSet presAssocID="{72CCC2A3-2B7B-4D21-B006-FB2AA8319EAD}" presName="compNode" presStyleCnt="0"/>
      <dgm:spPr/>
    </dgm:pt>
    <dgm:pt modelId="{30158B4C-4583-453D-BEA9-132952F0348B}" type="pres">
      <dgm:prSet presAssocID="{72CCC2A3-2B7B-4D21-B006-FB2AA8319EAD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9CD659A-13FA-4C65-B6ED-0F29A418254B}" type="pres">
      <dgm:prSet presAssocID="{72CCC2A3-2B7B-4D21-B006-FB2AA8319EA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FDDE812-24CA-4A9A-91E2-A78EB68E954C}" type="pres">
      <dgm:prSet presAssocID="{72CCC2A3-2B7B-4D21-B006-FB2AA8319EAD}" presName="spaceRect" presStyleCnt="0"/>
      <dgm:spPr/>
    </dgm:pt>
    <dgm:pt modelId="{5659E189-98A0-4827-8C0A-B455AF0D12CA}" type="pres">
      <dgm:prSet presAssocID="{72CCC2A3-2B7B-4D21-B006-FB2AA8319EAD}" presName="textRect" presStyleLbl="revTx" presStyleIdx="2" presStyleCnt="5">
        <dgm:presLayoutVars>
          <dgm:chMax val="1"/>
          <dgm:chPref val="1"/>
        </dgm:presLayoutVars>
      </dgm:prSet>
      <dgm:spPr/>
    </dgm:pt>
    <dgm:pt modelId="{9D9FEBAB-201D-4FDD-A5D8-8D4643A8FACA}" type="pres">
      <dgm:prSet presAssocID="{4C514348-4004-4974-9452-80F48D1E3B28}" presName="sibTrans" presStyleCnt="0"/>
      <dgm:spPr/>
    </dgm:pt>
    <dgm:pt modelId="{BAB48357-5DB1-4A7E-BABC-DBCAE144942A}" type="pres">
      <dgm:prSet presAssocID="{0897981E-C774-469C-99BC-C315A4BCE723}" presName="compNode" presStyleCnt="0"/>
      <dgm:spPr/>
    </dgm:pt>
    <dgm:pt modelId="{5770F998-0924-4A36-842F-4E16DCA06503}" type="pres">
      <dgm:prSet presAssocID="{0897981E-C774-469C-99BC-C315A4BCE723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FD8A36B-BB5C-4C4A-B162-FF6BF3B315C5}" type="pres">
      <dgm:prSet presAssocID="{0897981E-C774-469C-99BC-C315A4BCE72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rglass Finished"/>
        </a:ext>
      </dgm:extLst>
    </dgm:pt>
    <dgm:pt modelId="{FF450377-E77B-4F3A-861C-C2C9EE57CAE0}" type="pres">
      <dgm:prSet presAssocID="{0897981E-C774-469C-99BC-C315A4BCE723}" presName="spaceRect" presStyleCnt="0"/>
      <dgm:spPr/>
    </dgm:pt>
    <dgm:pt modelId="{32AF1916-E896-41AD-A7C8-674890D1EAFF}" type="pres">
      <dgm:prSet presAssocID="{0897981E-C774-469C-99BC-C315A4BCE723}" presName="textRect" presStyleLbl="revTx" presStyleIdx="3" presStyleCnt="5">
        <dgm:presLayoutVars>
          <dgm:chMax val="1"/>
          <dgm:chPref val="1"/>
        </dgm:presLayoutVars>
      </dgm:prSet>
      <dgm:spPr/>
    </dgm:pt>
    <dgm:pt modelId="{745DEB5C-2F1D-42A5-BF63-6C84B3F85F0D}" type="pres">
      <dgm:prSet presAssocID="{37D13FEB-063F-491B-9B20-B0920DA18E68}" presName="sibTrans" presStyleCnt="0"/>
      <dgm:spPr/>
    </dgm:pt>
    <dgm:pt modelId="{A230194D-455C-4509-B605-46E98931DCDD}" type="pres">
      <dgm:prSet presAssocID="{F74ABE93-C5FB-4177-9A31-283CB69AEEAC}" presName="compNode" presStyleCnt="0"/>
      <dgm:spPr/>
    </dgm:pt>
    <dgm:pt modelId="{F6DB6C55-C99F-44FE-AB4B-AE65C9D7C863}" type="pres">
      <dgm:prSet presAssocID="{F74ABE93-C5FB-4177-9A31-283CB69AEEA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2E918EB-F896-48DF-8851-5827103AEA69}" type="pres">
      <dgm:prSet presAssocID="{F74ABE93-C5FB-4177-9A31-283CB69AEEA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3632AABC-E73B-4BD5-9D75-86D20A37941A}" type="pres">
      <dgm:prSet presAssocID="{F74ABE93-C5FB-4177-9A31-283CB69AEEAC}" presName="spaceRect" presStyleCnt="0"/>
      <dgm:spPr/>
    </dgm:pt>
    <dgm:pt modelId="{6A24E02A-472F-4B12-982A-718B848ED39E}" type="pres">
      <dgm:prSet presAssocID="{F74ABE93-C5FB-4177-9A31-283CB69AEEA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FA03309-9D26-4576-8FB7-6E454EAD1712}" srcId="{097D4BE8-6EC2-446D-B105-AD01FD304990}" destId="{0897981E-C774-469C-99BC-C315A4BCE723}" srcOrd="3" destOrd="0" parTransId="{862DA0F7-513C-4E28-A4F9-FEB9906A878E}" sibTransId="{37D13FEB-063F-491B-9B20-B0920DA18E68}"/>
    <dgm:cxn modelId="{D036C10E-2F86-0F44-AFBE-E857B56F9203}" type="presOf" srcId="{72CCC2A3-2B7B-4D21-B006-FB2AA8319EAD}" destId="{5659E189-98A0-4827-8C0A-B455AF0D12CA}" srcOrd="0" destOrd="0" presId="urn:microsoft.com/office/officeart/2018/5/layout/IconLeafLabelList"/>
    <dgm:cxn modelId="{E9B08410-AA3D-2B44-B5B2-139B07D01A5A}" type="presOf" srcId="{F74ABE93-C5FB-4177-9A31-283CB69AEEAC}" destId="{6A24E02A-472F-4B12-982A-718B848ED39E}" srcOrd="0" destOrd="0" presId="urn:microsoft.com/office/officeart/2018/5/layout/IconLeafLabelList"/>
    <dgm:cxn modelId="{18AA8B15-2849-4010-8BBC-F512784A52A5}" srcId="{097D4BE8-6EC2-446D-B105-AD01FD304990}" destId="{95335A96-2711-42FD-84F6-E1E305188C9E}" srcOrd="1" destOrd="0" parTransId="{18857889-5CCF-4C45-8AF3-F32B253059B6}" sibTransId="{43003124-13A2-4B12-A99A-A01CB22977DC}"/>
    <dgm:cxn modelId="{9A112B5A-C262-42CE-9D80-D6E07B8AE3E6}" srcId="{097D4BE8-6EC2-446D-B105-AD01FD304990}" destId="{F74ABE93-C5FB-4177-9A31-283CB69AEEAC}" srcOrd="4" destOrd="0" parTransId="{1770D8E2-47CD-489C-BA52-F582D5C3DD86}" sibTransId="{3C43B8C7-F5F8-4C6F-A70D-2365723CEF1A}"/>
    <dgm:cxn modelId="{531FB970-D4C4-43B3-8CD4-E107CE2F7224}" srcId="{097D4BE8-6EC2-446D-B105-AD01FD304990}" destId="{72CCC2A3-2B7B-4D21-B006-FB2AA8319EAD}" srcOrd="2" destOrd="0" parTransId="{9F33AED2-FEC3-4790-9031-CE70880BC767}" sibTransId="{4C514348-4004-4974-9452-80F48D1E3B28}"/>
    <dgm:cxn modelId="{599FB87D-2DB9-4395-99D8-8C0D5E75113C}" srcId="{097D4BE8-6EC2-446D-B105-AD01FD304990}" destId="{34A41E76-5A79-4027-ADE7-60FFAB179A9C}" srcOrd="0" destOrd="0" parTransId="{61ABB12E-273F-4F2B-9C31-BC3EC4DF61D5}" sibTransId="{BAF16947-1EB8-4C8F-BD74-C8EE8BACCC55}"/>
    <dgm:cxn modelId="{3620C9AC-D1D0-F541-83D0-7132396C1215}" type="presOf" srcId="{097D4BE8-6EC2-446D-B105-AD01FD304990}" destId="{04AD5786-AA46-46F1-909A-EA8993C80752}" srcOrd="0" destOrd="0" presId="urn:microsoft.com/office/officeart/2018/5/layout/IconLeafLabelList"/>
    <dgm:cxn modelId="{92DB8FB9-AC97-5B44-8677-07A29AE6F3E6}" type="presOf" srcId="{95335A96-2711-42FD-84F6-E1E305188C9E}" destId="{3287924E-BD59-441D-8BD4-CF26A76213F8}" srcOrd="0" destOrd="0" presId="urn:microsoft.com/office/officeart/2018/5/layout/IconLeafLabelList"/>
    <dgm:cxn modelId="{F08AF0EB-2A40-5844-AFDF-57A33EF9972F}" type="presOf" srcId="{34A41E76-5A79-4027-ADE7-60FFAB179A9C}" destId="{723FBC7D-4A5A-47D9-99E6-6170D8833BD3}" srcOrd="0" destOrd="0" presId="urn:microsoft.com/office/officeart/2018/5/layout/IconLeafLabelList"/>
    <dgm:cxn modelId="{6D89DAFD-E38E-F342-9583-F937A078C18F}" type="presOf" srcId="{0897981E-C774-469C-99BC-C315A4BCE723}" destId="{32AF1916-E896-41AD-A7C8-674890D1EAFF}" srcOrd="0" destOrd="0" presId="urn:microsoft.com/office/officeart/2018/5/layout/IconLeafLabelList"/>
    <dgm:cxn modelId="{4988A54A-B2CA-5246-B623-71CE9AE28BD4}" type="presParOf" srcId="{04AD5786-AA46-46F1-909A-EA8993C80752}" destId="{CF79CAB6-FFE4-4E35-843B-B6BBBF9C8024}" srcOrd="0" destOrd="0" presId="urn:microsoft.com/office/officeart/2018/5/layout/IconLeafLabelList"/>
    <dgm:cxn modelId="{A57F5242-5800-CE4B-9628-947A31FDC8AB}" type="presParOf" srcId="{CF79CAB6-FFE4-4E35-843B-B6BBBF9C8024}" destId="{21A1E225-D949-4A4B-81EA-8BB5655FC4FF}" srcOrd="0" destOrd="0" presId="urn:microsoft.com/office/officeart/2018/5/layout/IconLeafLabelList"/>
    <dgm:cxn modelId="{A5478DCA-BA78-D346-9D7E-E0D1455BDBDC}" type="presParOf" srcId="{CF79CAB6-FFE4-4E35-843B-B6BBBF9C8024}" destId="{DF17EA5F-9728-4554-9D6B-028FA6214E0A}" srcOrd="1" destOrd="0" presId="urn:microsoft.com/office/officeart/2018/5/layout/IconLeafLabelList"/>
    <dgm:cxn modelId="{84083461-EA6B-C044-B015-BC780689BAC3}" type="presParOf" srcId="{CF79CAB6-FFE4-4E35-843B-B6BBBF9C8024}" destId="{29FC2902-C179-4480-B6B5-E71CCC67D228}" srcOrd="2" destOrd="0" presId="urn:microsoft.com/office/officeart/2018/5/layout/IconLeafLabelList"/>
    <dgm:cxn modelId="{EBEAC9F5-F55D-2C41-BB84-1E7CCD15E7DC}" type="presParOf" srcId="{CF79CAB6-FFE4-4E35-843B-B6BBBF9C8024}" destId="{723FBC7D-4A5A-47D9-99E6-6170D8833BD3}" srcOrd="3" destOrd="0" presId="urn:microsoft.com/office/officeart/2018/5/layout/IconLeafLabelList"/>
    <dgm:cxn modelId="{28515528-39E2-6746-9026-A2E6CA747D6D}" type="presParOf" srcId="{04AD5786-AA46-46F1-909A-EA8993C80752}" destId="{8482F206-14ED-4FE8-960D-53A8561AD764}" srcOrd="1" destOrd="0" presId="urn:microsoft.com/office/officeart/2018/5/layout/IconLeafLabelList"/>
    <dgm:cxn modelId="{AEDA450F-0FE4-CA40-BEAD-92AE0E9F3F96}" type="presParOf" srcId="{04AD5786-AA46-46F1-909A-EA8993C80752}" destId="{1722AEB9-FDAB-4016-958F-B75D0771B5F6}" srcOrd="2" destOrd="0" presId="urn:microsoft.com/office/officeart/2018/5/layout/IconLeafLabelList"/>
    <dgm:cxn modelId="{C9E6F2B4-6767-2140-9D35-D070DFDFF914}" type="presParOf" srcId="{1722AEB9-FDAB-4016-958F-B75D0771B5F6}" destId="{59692073-01D2-423A-AEC5-E790ACF92A1F}" srcOrd="0" destOrd="0" presId="urn:microsoft.com/office/officeart/2018/5/layout/IconLeafLabelList"/>
    <dgm:cxn modelId="{64AA59F9-99DE-0D44-ABE5-12474C6A736E}" type="presParOf" srcId="{1722AEB9-FDAB-4016-958F-B75D0771B5F6}" destId="{AD9C8C44-33DC-425C-AD95-6F52B3013C5B}" srcOrd="1" destOrd="0" presId="urn:microsoft.com/office/officeart/2018/5/layout/IconLeafLabelList"/>
    <dgm:cxn modelId="{80458662-7D4A-F845-8B3B-2266DCC3CD26}" type="presParOf" srcId="{1722AEB9-FDAB-4016-958F-B75D0771B5F6}" destId="{6A4526FC-8EFE-46B4-9943-E1E6490E05C5}" srcOrd="2" destOrd="0" presId="urn:microsoft.com/office/officeart/2018/5/layout/IconLeafLabelList"/>
    <dgm:cxn modelId="{30EB55E1-0FE5-DC48-87F3-5383DDCFA12A}" type="presParOf" srcId="{1722AEB9-FDAB-4016-958F-B75D0771B5F6}" destId="{3287924E-BD59-441D-8BD4-CF26A76213F8}" srcOrd="3" destOrd="0" presId="urn:microsoft.com/office/officeart/2018/5/layout/IconLeafLabelList"/>
    <dgm:cxn modelId="{93C069CE-7BAB-9D4C-965B-41C545B9954E}" type="presParOf" srcId="{04AD5786-AA46-46F1-909A-EA8993C80752}" destId="{0B3059FA-CEB0-4B4F-AD20-D63B2B94AF9C}" srcOrd="3" destOrd="0" presId="urn:microsoft.com/office/officeart/2018/5/layout/IconLeafLabelList"/>
    <dgm:cxn modelId="{7A75CDBF-B6FB-6048-B2A6-4B6CB3B26C06}" type="presParOf" srcId="{04AD5786-AA46-46F1-909A-EA8993C80752}" destId="{08CD83ED-1F41-4157-8377-1D4FCCA77B11}" srcOrd="4" destOrd="0" presId="urn:microsoft.com/office/officeart/2018/5/layout/IconLeafLabelList"/>
    <dgm:cxn modelId="{03C36EF0-00E2-0245-99F0-7B7C874D4489}" type="presParOf" srcId="{08CD83ED-1F41-4157-8377-1D4FCCA77B11}" destId="{30158B4C-4583-453D-BEA9-132952F0348B}" srcOrd="0" destOrd="0" presId="urn:microsoft.com/office/officeart/2018/5/layout/IconLeafLabelList"/>
    <dgm:cxn modelId="{F5834EC7-06E0-0B47-B2FC-7D6A0BA473DA}" type="presParOf" srcId="{08CD83ED-1F41-4157-8377-1D4FCCA77B11}" destId="{B9CD659A-13FA-4C65-B6ED-0F29A418254B}" srcOrd="1" destOrd="0" presId="urn:microsoft.com/office/officeart/2018/5/layout/IconLeafLabelList"/>
    <dgm:cxn modelId="{7932261D-5377-6748-A814-86AC49640648}" type="presParOf" srcId="{08CD83ED-1F41-4157-8377-1D4FCCA77B11}" destId="{2FDDE812-24CA-4A9A-91E2-A78EB68E954C}" srcOrd="2" destOrd="0" presId="urn:microsoft.com/office/officeart/2018/5/layout/IconLeafLabelList"/>
    <dgm:cxn modelId="{5AAEA0E9-A981-DE41-B138-42351B5322A7}" type="presParOf" srcId="{08CD83ED-1F41-4157-8377-1D4FCCA77B11}" destId="{5659E189-98A0-4827-8C0A-B455AF0D12CA}" srcOrd="3" destOrd="0" presId="urn:microsoft.com/office/officeart/2018/5/layout/IconLeafLabelList"/>
    <dgm:cxn modelId="{09A36833-D739-B54D-A152-CD371F1806B4}" type="presParOf" srcId="{04AD5786-AA46-46F1-909A-EA8993C80752}" destId="{9D9FEBAB-201D-4FDD-A5D8-8D4643A8FACA}" srcOrd="5" destOrd="0" presId="urn:microsoft.com/office/officeart/2018/5/layout/IconLeafLabelList"/>
    <dgm:cxn modelId="{3BBC662B-484D-F444-BD3F-BDB0CFCE0103}" type="presParOf" srcId="{04AD5786-AA46-46F1-909A-EA8993C80752}" destId="{BAB48357-5DB1-4A7E-BABC-DBCAE144942A}" srcOrd="6" destOrd="0" presId="urn:microsoft.com/office/officeart/2018/5/layout/IconLeafLabelList"/>
    <dgm:cxn modelId="{B753B66B-8DF6-2849-BB23-77E58C782F04}" type="presParOf" srcId="{BAB48357-5DB1-4A7E-BABC-DBCAE144942A}" destId="{5770F998-0924-4A36-842F-4E16DCA06503}" srcOrd="0" destOrd="0" presId="urn:microsoft.com/office/officeart/2018/5/layout/IconLeafLabelList"/>
    <dgm:cxn modelId="{7AF7B26A-09FA-DF4B-8DEF-CB05A37CCD0C}" type="presParOf" srcId="{BAB48357-5DB1-4A7E-BABC-DBCAE144942A}" destId="{EFD8A36B-BB5C-4C4A-B162-FF6BF3B315C5}" srcOrd="1" destOrd="0" presId="urn:microsoft.com/office/officeart/2018/5/layout/IconLeafLabelList"/>
    <dgm:cxn modelId="{C263B417-82E2-C44A-B99F-8A396B69A844}" type="presParOf" srcId="{BAB48357-5DB1-4A7E-BABC-DBCAE144942A}" destId="{FF450377-E77B-4F3A-861C-C2C9EE57CAE0}" srcOrd="2" destOrd="0" presId="urn:microsoft.com/office/officeart/2018/5/layout/IconLeafLabelList"/>
    <dgm:cxn modelId="{7E9B3646-B583-C843-B526-E52D84BBFE12}" type="presParOf" srcId="{BAB48357-5DB1-4A7E-BABC-DBCAE144942A}" destId="{32AF1916-E896-41AD-A7C8-674890D1EAFF}" srcOrd="3" destOrd="0" presId="urn:microsoft.com/office/officeart/2018/5/layout/IconLeafLabelList"/>
    <dgm:cxn modelId="{618F811D-6FE5-DF44-9F82-E4A339C1FC02}" type="presParOf" srcId="{04AD5786-AA46-46F1-909A-EA8993C80752}" destId="{745DEB5C-2F1D-42A5-BF63-6C84B3F85F0D}" srcOrd="7" destOrd="0" presId="urn:microsoft.com/office/officeart/2018/5/layout/IconLeafLabelList"/>
    <dgm:cxn modelId="{ACC3C9AA-2BCA-2641-8B8E-848EB50BE7C2}" type="presParOf" srcId="{04AD5786-AA46-46F1-909A-EA8993C80752}" destId="{A230194D-455C-4509-B605-46E98931DCDD}" srcOrd="8" destOrd="0" presId="urn:microsoft.com/office/officeart/2018/5/layout/IconLeafLabelList"/>
    <dgm:cxn modelId="{6830EC0D-6C9A-DA4A-9703-4676283A9B79}" type="presParOf" srcId="{A230194D-455C-4509-B605-46E98931DCDD}" destId="{F6DB6C55-C99F-44FE-AB4B-AE65C9D7C863}" srcOrd="0" destOrd="0" presId="urn:microsoft.com/office/officeart/2018/5/layout/IconLeafLabelList"/>
    <dgm:cxn modelId="{77970831-5D1B-F442-8CDF-EA61278FDBE8}" type="presParOf" srcId="{A230194D-455C-4509-B605-46E98931DCDD}" destId="{02E918EB-F896-48DF-8851-5827103AEA69}" srcOrd="1" destOrd="0" presId="urn:microsoft.com/office/officeart/2018/5/layout/IconLeafLabelList"/>
    <dgm:cxn modelId="{CF86816E-C2DD-3340-9254-F28366ACB5F4}" type="presParOf" srcId="{A230194D-455C-4509-B605-46E98931DCDD}" destId="{3632AABC-E73B-4BD5-9D75-86D20A37941A}" srcOrd="2" destOrd="0" presId="urn:microsoft.com/office/officeart/2018/5/layout/IconLeafLabelList"/>
    <dgm:cxn modelId="{FDDDBDD2-B285-0447-8E51-A6C56CA60C93}" type="presParOf" srcId="{A230194D-455C-4509-B605-46E98931DCDD}" destId="{6A24E02A-472F-4B12-982A-718B848ED39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1AAB0C-5418-41A4-85AD-EF1AA05F8D4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1220B9-057D-41B6-927C-6FF73677B43D}">
      <dgm:prSet/>
      <dgm:spPr/>
      <dgm:t>
        <a:bodyPr/>
        <a:lstStyle/>
        <a:p>
          <a:r>
            <a:rPr lang="en-US"/>
            <a:t>Existing systems focus mainly on accuracy.</a:t>
          </a:r>
        </a:p>
      </dgm:t>
    </dgm:pt>
    <dgm:pt modelId="{AAD67D84-3067-49C2-BFF8-DABF2A86E963}" type="parTrans" cxnId="{3C766DE8-CC6E-4DB7-8C4E-D9D7D1942FDD}">
      <dgm:prSet/>
      <dgm:spPr/>
      <dgm:t>
        <a:bodyPr/>
        <a:lstStyle/>
        <a:p>
          <a:endParaRPr lang="en-US"/>
        </a:p>
      </dgm:t>
    </dgm:pt>
    <dgm:pt modelId="{32FC9A9D-4D95-4A7D-A74A-A1485EF6957E}" type="sibTrans" cxnId="{3C766DE8-CC6E-4DB7-8C4E-D9D7D1942FDD}">
      <dgm:prSet/>
      <dgm:spPr/>
      <dgm:t>
        <a:bodyPr/>
        <a:lstStyle/>
        <a:p>
          <a:endParaRPr lang="en-US"/>
        </a:p>
      </dgm:t>
    </dgm:pt>
    <dgm:pt modelId="{7311010D-E87B-4116-858F-55FF0D78BD65}">
      <dgm:prSet/>
      <dgm:spPr/>
      <dgm:t>
        <a:bodyPr/>
        <a:lstStyle/>
        <a:p>
          <a:r>
            <a:rPr lang="en-US"/>
            <a:t>Lack of optimization for real-time deployment.</a:t>
          </a:r>
        </a:p>
      </dgm:t>
    </dgm:pt>
    <dgm:pt modelId="{7B3567D1-7667-4E96-B961-468EC445D6AA}" type="parTrans" cxnId="{C1BC965D-A1D4-4A27-AF6E-47840E249A53}">
      <dgm:prSet/>
      <dgm:spPr/>
      <dgm:t>
        <a:bodyPr/>
        <a:lstStyle/>
        <a:p>
          <a:endParaRPr lang="en-US"/>
        </a:p>
      </dgm:t>
    </dgm:pt>
    <dgm:pt modelId="{28DF645C-1D9C-41A6-9542-0D7EA64836AF}" type="sibTrans" cxnId="{C1BC965D-A1D4-4A27-AF6E-47840E249A53}">
      <dgm:prSet/>
      <dgm:spPr/>
      <dgm:t>
        <a:bodyPr/>
        <a:lstStyle/>
        <a:p>
          <a:endParaRPr lang="en-US"/>
        </a:p>
      </dgm:t>
    </dgm:pt>
    <dgm:pt modelId="{2B258A9D-CE30-483B-8976-ECAF101DF987}">
      <dgm:prSet/>
      <dgm:spPr/>
      <dgm:t>
        <a:bodyPr/>
        <a:lstStyle/>
        <a:p>
          <a:r>
            <a:rPr lang="en-US"/>
            <a:t>High computational complexity.</a:t>
          </a:r>
        </a:p>
      </dgm:t>
    </dgm:pt>
    <dgm:pt modelId="{8E5EF34A-AFF8-4E76-8BB4-E615203D3BBA}" type="parTrans" cxnId="{4AFE547E-5D91-4102-99D5-3EE3DF2D4FA7}">
      <dgm:prSet/>
      <dgm:spPr/>
      <dgm:t>
        <a:bodyPr/>
        <a:lstStyle/>
        <a:p>
          <a:endParaRPr lang="en-US"/>
        </a:p>
      </dgm:t>
    </dgm:pt>
    <dgm:pt modelId="{53B63B6D-2A7E-42BE-A4CD-8DDCDEA62170}" type="sibTrans" cxnId="{4AFE547E-5D91-4102-99D5-3EE3DF2D4FA7}">
      <dgm:prSet/>
      <dgm:spPr/>
      <dgm:t>
        <a:bodyPr/>
        <a:lstStyle/>
        <a:p>
          <a:endParaRPr lang="en-US"/>
        </a:p>
      </dgm:t>
    </dgm:pt>
    <dgm:pt modelId="{E43B16CC-059E-46DA-88E8-975DDC60266C}">
      <dgm:prSet/>
      <dgm:spPr/>
      <dgm:t>
        <a:bodyPr/>
        <a:lstStyle/>
        <a:p>
          <a:r>
            <a:rPr lang="en-US"/>
            <a:t>Poor robustness under real-world conditions.</a:t>
          </a:r>
        </a:p>
      </dgm:t>
    </dgm:pt>
    <dgm:pt modelId="{107C0D1E-25F8-4702-BF89-EB82977B7F29}" type="parTrans" cxnId="{C1B591BF-51D5-4F47-9589-7EA79BE05746}">
      <dgm:prSet/>
      <dgm:spPr/>
      <dgm:t>
        <a:bodyPr/>
        <a:lstStyle/>
        <a:p>
          <a:endParaRPr lang="en-US"/>
        </a:p>
      </dgm:t>
    </dgm:pt>
    <dgm:pt modelId="{AB39AC98-DF60-4948-8BF2-D172279BAA34}" type="sibTrans" cxnId="{C1B591BF-51D5-4F47-9589-7EA79BE05746}">
      <dgm:prSet/>
      <dgm:spPr/>
      <dgm:t>
        <a:bodyPr/>
        <a:lstStyle/>
        <a:p>
          <a:endParaRPr lang="en-US"/>
        </a:p>
      </dgm:t>
    </dgm:pt>
    <dgm:pt modelId="{417653D9-572C-4131-8E2F-27070BBBACC9}">
      <dgm:prSet/>
      <dgm:spPr/>
      <dgm:t>
        <a:bodyPr/>
        <a:lstStyle/>
        <a:p>
          <a:r>
            <a:rPr lang="en-US"/>
            <a:t>This project addresses these limitations.</a:t>
          </a:r>
        </a:p>
      </dgm:t>
    </dgm:pt>
    <dgm:pt modelId="{49A77CC5-C0CD-476D-B317-B2A0C57AFEE6}" type="parTrans" cxnId="{9E2526E5-EC05-48A0-96BE-6CA94487E9CC}">
      <dgm:prSet/>
      <dgm:spPr/>
      <dgm:t>
        <a:bodyPr/>
        <a:lstStyle/>
        <a:p>
          <a:endParaRPr lang="en-US"/>
        </a:p>
      </dgm:t>
    </dgm:pt>
    <dgm:pt modelId="{2570D807-E22A-44A4-A18A-066DE0A7EDD7}" type="sibTrans" cxnId="{9E2526E5-EC05-48A0-96BE-6CA94487E9CC}">
      <dgm:prSet/>
      <dgm:spPr/>
      <dgm:t>
        <a:bodyPr/>
        <a:lstStyle/>
        <a:p>
          <a:endParaRPr lang="en-US"/>
        </a:p>
      </dgm:t>
    </dgm:pt>
    <dgm:pt modelId="{BFC2DA6D-1EC2-4534-ABC1-39438EF1C3AB}">
      <dgm:prSet/>
      <dgm:spPr/>
      <dgm:t>
        <a:bodyPr/>
        <a:lstStyle/>
        <a:p>
          <a:r>
            <a:rPr lang="en-GB"/>
            <a:t>Existing systems focus mainly on accuracy but ignore real-time performance and efficiency. This project addresses that gap.</a:t>
          </a:r>
          <a:endParaRPr lang="en-US"/>
        </a:p>
      </dgm:t>
    </dgm:pt>
    <dgm:pt modelId="{F44FB61E-E219-4B02-A9BD-0A70974612F8}" type="parTrans" cxnId="{2EE03D9A-0DBF-473C-8F4E-AC680E064882}">
      <dgm:prSet/>
      <dgm:spPr/>
      <dgm:t>
        <a:bodyPr/>
        <a:lstStyle/>
        <a:p>
          <a:endParaRPr lang="en-US"/>
        </a:p>
      </dgm:t>
    </dgm:pt>
    <dgm:pt modelId="{F145728C-3070-490E-B4D2-B50542787910}" type="sibTrans" cxnId="{2EE03D9A-0DBF-473C-8F4E-AC680E064882}">
      <dgm:prSet/>
      <dgm:spPr/>
      <dgm:t>
        <a:bodyPr/>
        <a:lstStyle/>
        <a:p>
          <a:endParaRPr lang="en-US"/>
        </a:p>
      </dgm:t>
    </dgm:pt>
    <dgm:pt modelId="{145949E1-17AC-B942-9307-4634EFE84FB0}" type="pres">
      <dgm:prSet presAssocID="{411AAB0C-5418-41A4-85AD-EF1AA05F8D4B}" presName="linear" presStyleCnt="0">
        <dgm:presLayoutVars>
          <dgm:animLvl val="lvl"/>
          <dgm:resizeHandles val="exact"/>
        </dgm:presLayoutVars>
      </dgm:prSet>
      <dgm:spPr/>
    </dgm:pt>
    <dgm:pt modelId="{A001DAE6-38D5-B148-BDE5-6090E3CE862D}" type="pres">
      <dgm:prSet presAssocID="{FF1220B9-057D-41B6-927C-6FF73677B43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ABBA42E-A771-D643-81C7-15C9663B8CBD}" type="pres">
      <dgm:prSet presAssocID="{32FC9A9D-4D95-4A7D-A74A-A1485EF6957E}" presName="spacer" presStyleCnt="0"/>
      <dgm:spPr/>
    </dgm:pt>
    <dgm:pt modelId="{093B8C28-17CE-A740-9279-19EF3DBBCF4B}" type="pres">
      <dgm:prSet presAssocID="{7311010D-E87B-4116-858F-55FF0D78BD6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0B256E1-C88A-564B-B10E-ED00747F69AA}" type="pres">
      <dgm:prSet presAssocID="{28DF645C-1D9C-41A6-9542-0D7EA64836AF}" presName="spacer" presStyleCnt="0"/>
      <dgm:spPr/>
    </dgm:pt>
    <dgm:pt modelId="{2A9EB601-54B5-3A40-BEAA-444270418C3D}" type="pres">
      <dgm:prSet presAssocID="{2B258A9D-CE30-483B-8976-ECAF101DF98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5B20D5F-2333-BB46-9C29-9342BB2C05C2}" type="pres">
      <dgm:prSet presAssocID="{53B63B6D-2A7E-42BE-A4CD-8DDCDEA62170}" presName="spacer" presStyleCnt="0"/>
      <dgm:spPr/>
    </dgm:pt>
    <dgm:pt modelId="{E63F66A6-4FF9-BE46-AE50-B658E156369D}" type="pres">
      <dgm:prSet presAssocID="{E43B16CC-059E-46DA-88E8-975DDC60266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64ED375-F1D8-7844-B2C2-2E58374C6D55}" type="pres">
      <dgm:prSet presAssocID="{AB39AC98-DF60-4948-8BF2-D172279BAA34}" presName="spacer" presStyleCnt="0"/>
      <dgm:spPr/>
    </dgm:pt>
    <dgm:pt modelId="{AC78B8CF-5925-404F-96DB-89FEB838208C}" type="pres">
      <dgm:prSet presAssocID="{417653D9-572C-4131-8E2F-27070BBBACC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647A5BE-105E-4E42-97FF-14C7197A696B}" type="pres">
      <dgm:prSet presAssocID="{2570D807-E22A-44A4-A18A-066DE0A7EDD7}" presName="spacer" presStyleCnt="0"/>
      <dgm:spPr/>
    </dgm:pt>
    <dgm:pt modelId="{505D57B9-3892-3247-8F91-B791396603D0}" type="pres">
      <dgm:prSet presAssocID="{BFC2DA6D-1EC2-4534-ABC1-39438EF1C3A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A65121C-5E32-8E40-A96D-B9A134D8B308}" type="presOf" srcId="{2B258A9D-CE30-483B-8976-ECAF101DF987}" destId="{2A9EB601-54B5-3A40-BEAA-444270418C3D}" srcOrd="0" destOrd="0" presId="urn:microsoft.com/office/officeart/2005/8/layout/vList2"/>
    <dgm:cxn modelId="{D5266A2D-C21C-AA42-A749-EF4F3B8447EE}" type="presOf" srcId="{417653D9-572C-4131-8E2F-27070BBBACC9}" destId="{AC78B8CF-5925-404F-96DB-89FEB838208C}" srcOrd="0" destOrd="0" presId="urn:microsoft.com/office/officeart/2005/8/layout/vList2"/>
    <dgm:cxn modelId="{4633902E-8CA7-E74F-938D-0FEF61FD1CD0}" type="presOf" srcId="{E43B16CC-059E-46DA-88E8-975DDC60266C}" destId="{E63F66A6-4FF9-BE46-AE50-B658E156369D}" srcOrd="0" destOrd="0" presId="urn:microsoft.com/office/officeart/2005/8/layout/vList2"/>
    <dgm:cxn modelId="{C1BC965D-A1D4-4A27-AF6E-47840E249A53}" srcId="{411AAB0C-5418-41A4-85AD-EF1AA05F8D4B}" destId="{7311010D-E87B-4116-858F-55FF0D78BD65}" srcOrd="1" destOrd="0" parTransId="{7B3567D1-7667-4E96-B961-468EC445D6AA}" sibTransId="{28DF645C-1D9C-41A6-9542-0D7EA64836AF}"/>
    <dgm:cxn modelId="{691D916C-D4BF-534C-92CD-853CDFE009EA}" type="presOf" srcId="{FF1220B9-057D-41B6-927C-6FF73677B43D}" destId="{A001DAE6-38D5-B148-BDE5-6090E3CE862D}" srcOrd="0" destOrd="0" presId="urn:microsoft.com/office/officeart/2005/8/layout/vList2"/>
    <dgm:cxn modelId="{4AFE547E-5D91-4102-99D5-3EE3DF2D4FA7}" srcId="{411AAB0C-5418-41A4-85AD-EF1AA05F8D4B}" destId="{2B258A9D-CE30-483B-8976-ECAF101DF987}" srcOrd="2" destOrd="0" parTransId="{8E5EF34A-AFF8-4E76-8BB4-E615203D3BBA}" sibTransId="{53B63B6D-2A7E-42BE-A4CD-8DDCDEA62170}"/>
    <dgm:cxn modelId="{2892B787-2DCE-E34B-9431-10A1D8D05044}" type="presOf" srcId="{7311010D-E87B-4116-858F-55FF0D78BD65}" destId="{093B8C28-17CE-A740-9279-19EF3DBBCF4B}" srcOrd="0" destOrd="0" presId="urn:microsoft.com/office/officeart/2005/8/layout/vList2"/>
    <dgm:cxn modelId="{2EE03D9A-0DBF-473C-8F4E-AC680E064882}" srcId="{411AAB0C-5418-41A4-85AD-EF1AA05F8D4B}" destId="{BFC2DA6D-1EC2-4534-ABC1-39438EF1C3AB}" srcOrd="5" destOrd="0" parTransId="{F44FB61E-E219-4B02-A9BD-0A70974612F8}" sibTransId="{F145728C-3070-490E-B4D2-B50542787910}"/>
    <dgm:cxn modelId="{C1B591BF-51D5-4F47-9589-7EA79BE05746}" srcId="{411AAB0C-5418-41A4-85AD-EF1AA05F8D4B}" destId="{E43B16CC-059E-46DA-88E8-975DDC60266C}" srcOrd="3" destOrd="0" parTransId="{107C0D1E-25F8-4702-BF89-EB82977B7F29}" sibTransId="{AB39AC98-DF60-4948-8BF2-D172279BAA34}"/>
    <dgm:cxn modelId="{ABB9AAC4-F44A-F44F-9999-4350105E3FCF}" type="presOf" srcId="{BFC2DA6D-1EC2-4534-ABC1-39438EF1C3AB}" destId="{505D57B9-3892-3247-8F91-B791396603D0}" srcOrd="0" destOrd="0" presId="urn:microsoft.com/office/officeart/2005/8/layout/vList2"/>
    <dgm:cxn modelId="{9E2526E5-EC05-48A0-96BE-6CA94487E9CC}" srcId="{411AAB0C-5418-41A4-85AD-EF1AA05F8D4B}" destId="{417653D9-572C-4131-8E2F-27070BBBACC9}" srcOrd="4" destOrd="0" parTransId="{49A77CC5-C0CD-476D-B317-B2A0C57AFEE6}" sibTransId="{2570D807-E22A-44A4-A18A-066DE0A7EDD7}"/>
    <dgm:cxn modelId="{3C766DE8-CC6E-4DB7-8C4E-D9D7D1942FDD}" srcId="{411AAB0C-5418-41A4-85AD-EF1AA05F8D4B}" destId="{FF1220B9-057D-41B6-927C-6FF73677B43D}" srcOrd="0" destOrd="0" parTransId="{AAD67D84-3067-49C2-BFF8-DABF2A86E963}" sibTransId="{32FC9A9D-4D95-4A7D-A74A-A1485EF6957E}"/>
    <dgm:cxn modelId="{605B62FF-FCED-EF47-9315-4AE059FE7379}" type="presOf" srcId="{411AAB0C-5418-41A4-85AD-EF1AA05F8D4B}" destId="{145949E1-17AC-B942-9307-4634EFE84FB0}" srcOrd="0" destOrd="0" presId="urn:microsoft.com/office/officeart/2005/8/layout/vList2"/>
    <dgm:cxn modelId="{C8BAAF64-34A8-3148-BC47-0DEE0A6DB036}" type="presParOf" srcId="{145949E1-17AC-B942-9307-4634EFE84FB0}" destId="{A001DAE6-38D5-B148-BDE5-6090E3CE862D}" srcOrd="0" destOrd="0" presId="urn:microsoft.com/office/officeart/2005/8/layout/vList2"/>
    <dgm:cxn modelId="{D2FA52B7-8478-9248-A45B-17E7678C1206}" type="presParOf" srcId="{145949E1-17AC-B942-9307-4634EFE84FB0}" destId="{FABBA42E-A771-D643-81C7-15C9663B8CBD}" srcOrd="1" destOrd="0" presId="urn:microsoft.com/office/officeart/2005/8/layout/vList2"/>
    <dgm:cxn modelId="{FD22EEF0-B342-B545-A7C3-F44060DC62C6}" type="presParOf" srcId="{145949E1-17AC-B942-9307-4634EFE84FB0}" destId="{093B8C28-17CE-A740-9279-19EF3DBBCF4B}" srcOrd="2" destOrd="0" presId="urn:microsoft.com/office/officeart/2005/8/layout/vList2"/>
    <dgm:cxn modelId="{B1A62725-C62B-A84B-B97D-204BCC3738C4}" type="presParOf" srcId="{145949E1-17AC-B942-9307-4634EFE84FB0}" destId="{20B256E1-C88A-564B-B10E-ED00747F69AA}" srcOrd="3" destOrd="0" presId="urn:microsoft.com/office/officeart/2005/8/layout/vList2"/>
    <dgm:cxn modelId="{CB20BA84-B959-AE4D-B128-E52D2BAE7AC7}" type="presParOf" srcId="{145949E1-17AC-B942-9307-4634EFE84FB0}" destId="{2A9EB601-54B5-3A40-BEAA-444270418C3D}" srcOrd="4" destOrd="0" presId="urn:microsoft.com/office/officeart/2005/8/layout/vList2"/>
    <dgm:cxn modelId="{972089EE-0DEA-5D49-B0A9-553328D35B9E}" type="presParOf" srcId="{145949E1-17AC-B942-9307-4634EFE84FB0}" destId="{75B20D5F-2333-BB46-9C29-9342BB2C05C2}" srcOrd="5" destOrd="0" presId="urn:microsoft.com/office/officeart/2005/8/layout/vList2"/>
    <dgm:cxn modelId="{59689A68-DCF1-E246-AAF3-810E72306331}" type="presParOf" srcId="{145949E1-17AC-B942-9307-4634EFE84FB0}" destId="{E63F66A6-4FF9-BE46-AE50-B658E156369D}" srcOrd="6" destOrd="0" presId="urn:microsoft.com/office/officeart/2005/8/layout/vList2"/>
    <dgm:cxn modelId="{8538069D-B228-E94E-8DB0-01ECD0CD6E10}" type="presParOf" srcId="{145949E1-17AC-B942-9307-4634EFE84FB0}" destId="{A64ED375-F1D8-7844-B2C2-2E58374C6D55}" srcOrd="7" destOrd="0" presId="urn:microsoft.com/office/officeart/2005/8/layout/vList2"/>
    <dgm:cxn modelId="{B0010630-2B37-B842-A740-4670CC9E3E50}" type="presParOf" srcId="{145949E1-17AC-B942-9307-4634EFE84FB0}" destId="{AC78B8CF-5925-404F-96DB-89FEB838208C}" srcOrd="8" destOrd="0" presId="urn:microsoft.com/office/officeart/2005/8/layout/vList2"/>
    <dgm:cxn modelId="{17DFDC4E-2C87-3C43-83CD-ADB82C02F676}" type="presParOf" srcId="{145949E1-17AC-B942-9307-4634EFE84FB0}" destId="{0647A5BE-105E-4E42-97FF-14C7197A696B}" srcOrd="9" destOrd="0" presId="urn:microsoft.com/office/officeart/2005/8/layout/vList2"/>
    <dgm:cxn modelId="{823C4B35-4484-4E44-8E99-6AD7953F56D8}" type="presParOf" srcId="{145949E1-17AC-B942-9307-4634EFE84FB0}" destId="{505D57B9-3892-3247-8F91-B791396603D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E1DD7F-1F06-4882-BE80-FDEC83F933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2A8D68C-0A92-4918-87F6-01C1013726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YOLO-based deep learning model.</a:t>
          </a:r>
        </a:p>
      </dgm:t>
    </dgm:pt>
    <dgm:pt modelId="{DFBC88EC-9BB6-42E6-9552-B8DDF99B91A1}" type="parTrans" cxnId="{6BC39D91-8B47-4342-9AC6-33CE2F71C887}">
      <dgm:prSet/>
      <dgm:spPr/>
      <dgm:t>
        <a:bodyPr/>
        <a:lstStyle/>
        <a:p>
          <a:endParaRPr lang="en-US"/>
        </a:p>
      </dgm:t>
    </dgm:pt>
    <dgm:pt modelId="{9BCBC3F5-1A36-4C16-A149-C23F4D4443D6}" type="sibTrans" cxnId="{6BC39D91-8B47-4342-9AC6-33CE2F71C887}">
      <dgm:prSet/>
      <dgm:spPr/>
      <dgm:t>
        <a:bodyPr/>
        <a:lstStyle/>
        <a:p>
          <a:endParaRPr lang="en-US"/>
        </a:p>
      </dgm:t>
    </dgm:pt>
    <dgm:pt modelId="{77DCB131-69CD-49D8-8876-302DF61450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Detects driver state as Normal or Drowsy.</a:t>
          </a:r>
        </a:p>
      </dgm:t>
    </dgm:pt>
    <dgm:pt modelId="{66032363-EDCE-404B-B8D8-4B92BB577350}" type="parTrans" cxnId="{04B95880-03B4-4E52-8122-06F0AAD86025}">
      <dgm:prSet/>
      <dgm:spPr/>
      <dgm:t>
        <a:bodyPr/>
        <a:lstStyle/>
        <a:p>
          <a:endParaRPr lang="en-US"/>
        </a:p>
      </dgm:t>
    </dgm:pt>
    <dgm:pt modelId="{BDE6DD61-ABFA-40D4-8C4C-119AF5F37019}" type="sibTrans" cxnId="{04B95880-03B4-4E52-8122-06F0AAD86025}">
      <dgm:prSet/>
      <dgm:spPr/>
      <dgm:t>
        <a:bodyPr/>
        <a:lstStyle/>
        <a:p>
          <a:endParaRPr lang="en-US"/>
        </a:p>
      </dgm:t>
    </dgm:pt>
    <dgm:pt modelId="{CCFB5D4B-8E5D-447F-B175-C04F2A85B7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Performs detection in real time.</a:t>
          </a:r>
        </a:p>
      </dgm:t>
    </dgm:pt>
    <dgm:pt modelId="{2AF21E4A-6CD5-4305-AAFB-18BF82281942}" type="parTrans" cxnId="{DE1DF2E0-C41F-46C8-90D5-1EC3369C63C3}">
      <dgm:prSet/>
      <dgm:spPr/>
      <dgm:t>
        <a:bodyPr/>
        <a:lstStyle/>
        <a:p>
          <a:endParaRPr lang="en-US"/>
        </a:p>
      </dgm:t>
    </dgm:pt>
    <dgm:pt modelId="{53C86C89-7A07-4B81-A26D-4362A6441793}" type="sibTrans" cxnId="{DE1DF2E0-C41F-46C8-90D5-1EC3369C63C3}">
      <dgm:prSet/>
      <dgm:spPr/>
      <dgm:t>
        <a:bodyPr/>
        <a:lstStyle/>
        <a:p>
          <a:endParaRPr lang="en-US"/>
        </a:p>
      </dgm:t>
    </dgm:pt>
    <dgm:pt modelId="{C1A32414-D1F3-4DBA-863B-26ED721F67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Efficient and low-latency system.</a:t>
          </a:r>
        </a:p>
      </dgm:t>
    </dgm:pt>
    <dgm:pt modelId="{751F59EB-40DC-4077-AE3B-F7EE33C644DE}" type="parTrans" cxnId="{A3B26753-6CF1-4A44-B616-2A179641A3EB}">
      <dgm:prSet/>
      <dgm:spPr/>
      <dgm:t>
        <a:bodyPr/>
        <a:lstStyle/>
        <a:p>
          <a:endParaRPr lang="en-US"/>
        </a:p>
      </dgm:t>
    </dgm:pt>
    <dgm:pt modelId="{96C01FA6-932B-4228-877B-71039BBACF42}" type="sibTrans" cxnId="{A3B26753-6CF1-4A44-B616-2A179641A3EB}">
      <dgm:prSet/>
      <dgm:spPr/>
      <dgm:t>
        <a:bodyPr/>
        <a:lstStyle/>
        <a:p>
          <a:endParaRPr lang="en-US"/>
        </a:p>
      </dgm:t>
    </dgm:pt>
    <dgm:pt modelId="{DE086B3A-61C0-40B6-A56B-E270664FA69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uses YOLO to detect driver state directly from images in real time</a:t>
          </a:r>
          <a:endParaRPr lang="en-US"/>
        </a:p>
      </dgm:t>
    </dgm:pt>
    <dgm:pt modelId="{67CD7DA7-9C21-4175-BC31-8C4063EE6F96}" type="parTrans" cxnId="{84626ED4-8D31-4521-B377-EBE4936E0316}">
      <dgm:prSet/>
      <dgm:spPr/>
      <dgm:t>
        <a:bodyPr/>
        <a:lstStyle/>
        <a:p>
          <a:endParaRPr lang="en-US"/>
        </a:p>
      </dgm:t>
    </dgm:pt>
    <dgm:pt modelId="{1C1939A5-4D3B-4713-B541-E1B780416F06}" type="sibTrans" cxnId="{84626ED4-8D31-4521-B377-EBE4936E0316}">
      <dgm:prSet/>
      <dgm:spPr/>
      <dgm:t>
        <a:bodyPr/>
        <a:lstStyle/>
        <a:p>
          <a:endParaRPr lang="en-US"/>
        </a:p>
      </dgm:t>
    </dgm:pt>
    <dgm:pt modelId="{DBBEEA24-7433-4519-8E9A-CF7AC6558C01}" type="pres">
      <dgm:prSet presAssocID="{C7E1DD7F-1F06-4882-BE80-FDEC83F93399}" presName="root" presStyleCnt="0">
        <dgm:presLayoutVars>
          <dgm:dir/>
          <dgm:resizeHandles val="exact"/>
        </dgm:presLayoutVars>
      </dgm:prSet>
      <dgm:spPr/>
    </dgm:pt>
    <dgm:pt modelId="{7DEF1DE8-2D37-458B-9B50-68FC1E8B035B}" type="pres">
      <dgm:prSet presAssocID="{A2A8D68C-0A92-4918-87F6-01C101372646}" presName="compNode" presStyleCnt="0"/>
      <dgm:spPr/>
    </dgm:pt>
    <dgm:pt modelId="{A8F06305-9CA7-4484-9D1A-7437F1835B9C}" type="pres">
      <dgm:prSet presAssocID="{A2A8D68C-0A92-4918-87F6-01C101372646}" presName="bgRect" presStyleLbl="bgShp" presStyleIdx="0" presStyleCnt="5"/>
      <dgm:spPr/>
    </dgm:pt>
    <dgm:pt modelId="{1DDD7780-0BF4-43B5-8C6D-21B0BBA70EE3}" type="pres">
      <dgm:prSet presAssocID="{A2A8D68C-0A92-4918-87F6-01C10137264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235781E-5789-43EF-94BA-467CC0BEF330}" type="pres">
      <dgm:prSet presAssocID="{A2A8D68C-0A92-4918-87F6-01C101372646}" presName="spaceRect" presStyleCnt="0"/>
      <dgm:spPr/>
    </dgm:pt>
    <dgm:pt modelId="{1CF70544-66F7-49D1-BEE9-FCF8D3AF5966}" type="pres">
      <dgm:prSet presAssocID="{A2A8D68C-0A92-4918-87F6-01C101372646}" presName="parTx" presStyleLbl="revTx" presStyleIdx="0" presStyleCnt="5">
        <dgm:presLayoutVars>
          <dgm:chMax val="0"/>
          <dgm:chPref val="0"/>
        </dgm:presLayoutVars>
      </dgm:prSet>
      <dgm:spPr/>
    </dgm:pt>
    <dgm:pt modelId="{C8E52EF8-D94C-4291-8865-85C8C29D53C2}" type="pres">
      <dgm:prSet presAssocID="{9BCBC3F5-1A36-4C16-A149-C23F4D4443D6}" presName="sibTrans" presStyleCnt="0"/>
      <dgm:spPr/>
    </dgm:pt>
    <dgm:pt modelId="{65DF4CFA-D174-4BB2-BEFC-BA5F2E2BA9D7}" type="pres">
      <dgm:prSet presAssocID="{77DCB131-69CD-49D8-8876-302DF614507B}" presName="compNode" presStyleCnt="0"/>
      <dgm:spPr/>
    </dgm:pt>
    <dgm:pt modelId="{CB263BB9-45FB-425F-881E-8AF1AD99676D}" type="pres">
      <dgm:prSet presAssocID="{77DCB131-69CD-49D8-8876-302DF614507B}" presName="bgRect" presStyleLbl="bgShp" presStyleIdx="1" presStyleCnt="5"/>
      <dgm:spPr/>
    </dgm:pt>
    <dgm:pt modelId="{7415D887-343C-46DE-B6B0-9C35EBF69995}" type="pres">
      <dgm:prSet presAssocID="{77DCB131-69CD-49D8-8876-302DF614507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FA911FEB-0B8B-421E-8BDB-452BA2857F62}" type="pres">
      <dgm:prSet presAssocID="{77DCB131-69CD-49D8-8876-302DF614507B}" presName="spaceRect" presStyleCnt="0"/>
      <dgm:spPr/>
    </dgm:pt>
    <dgm:pt modelId="{219CD036-7936-42FD-BD66-DA9EE2D906AA}" type="pres">
      <dgm:prSet presAssocID="{77DCB131-69CD-49D8-8876-302DF614507B}" presName="parTx" presStyleLbl="revTx" presStyleIdx="1" presStyleCnt="5">
        <dgm:presLayoutVars>
          <dgm:chMax val="0"/>
          <dgm:chPref val="0"/>
        </dgm:presLayoutVars>
      </dgm:prSet>
      <dgm:spPr/>
    </dgm:pt>
    <dgm:pt modelId="{CC29606B-B90A-4339-8485-7E482449496E}" type="pres">
      <dgm:prSet presAssocID="{BDE6DD61-ABFA-40D4-8C4C-119AF5F37019}" presName="sibTrans" presStyleCnt="0"/>
      <dgm:spPr/>
    </dgm:pt>
    <dgm:pt modelId="{5EE0857A-6D63-4471-8236-6A7CA9967439}" type="pres">
      <dgm:prSet presAssocID="{CCFB5D4B-8E5D-447F-B175-C04F2A85B796}" presName="compNode" presStyleCnt="0"/>
      <dgm:spPr/>
    </dgm:pt>
    <dgm:pt modelId="{7F7993EB-A9BF-4921-9728-BB7F19174043}" type="pres">
      <dgm:prSet presAssocID="{CCFB5D4B-8E5D-447F-B175-C04F2A85B796}" presName="bgRect" presStyleLbl="bgShp" presStyleIdx="2" presStyleCnt="5"/>
      <dgm:spPr/>
    </dgm:pt>
    <dgm:pt modelId="{563A22B7-5895-4B4A-B786-F5381C51B123}" type="pres">
      <dgm:prSet presAssocID="{CCFB5D4B-8E5D-447F-B175-C04F2A85B7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A127FFE-E5B0-4E3D-95CA-CD97542C1A13}" type="pres">
      <dgm:prSet presAssocID="{CCFB5D4B-8E5D-447F-B175-C04F2A85B796}" presName="spaceRect" presStyleCnt="0"/>
      <dgm:spPr/>
    </dgm:pt>
    <dgm:pt modelId="{64FFFAA7-1EC8-464E-8BF0-5A1C9354413B}" type="pres">
      <dgm:prSet presAssocID="{CCFB5D4B-8E5D-447F-B175-C04F2A85B796}" presName="parTx" presStyleLbl="revTx" presStyleIdx="2" presStyleCnt="5">
        <dgm:presLayoutVars>
          <dgm:chMax val="0"/>
          <dgm:chPref val="0"/>
        </dgm:presLayoutVars>
      </dgm:prSet>
      <dgm:spPr/>
    </dgm:pt>
    <dgm:pt modelId="{92BFF951-DFDD-4A1C-8C37-ADA8D1B1A567}" type="pres">
      <dgm:prSet presAssocID="{53C86C89-7A07-4B81-A26D-4362A6441793}" presName="sibTrans" presStyleCnt="0"/>
      <dgm:spPr/>
    </dgm:pt>
    <dgm:pt modelId="{587B2EB7-4C5A-4EF8-984D-34724B57AC62}" type="pres">
      <dgm:prSet presAssocID="{C1A32414-D1F3-4DBA-863B-26ED721F671F}" presName="compNode" presStyleCnt="0"/>
      <dgm:spPr/>
    </dgm:pt>
    <dgm:pt modelId="{7C635225-6179-4CEC-ACF6-94B19AEC6E29}" type="pres">
      <dgm:prSet presAssocID="{C1A32414-D1F3-4DBA-863B-26ED721F671F}" presName="bgRect" presStyleLbl="bgShp" presStyleIdx="3" presStyleCnt="5"/>
      <dgm:spPr/>
    </dgm:pt>
    <dgm:pt modelId="{6CF5E353-13E9-4861-BEEF-7FD07414106A}" type="pres">
      <dgm:prSet presAssocID="{C1A32414-D1F3-4DBA-863B-26ED721F671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E5E9893-BA49-411F-95A1-72663FBF1466}" type="pres">
      <dgm:prSet presAssocID="{C1A32414-D1F3-4DBA-863B-26ED721F671F}" presName="spaceRect" presStyleCnt="0"/>
      <dgm:spPr/>
    </dgm:pt>
    <dgm:pt modelId="{CF312DF7-FB14-41FE-93C2-FCC78871F869}" type="pres">
      <dgm:prSet presAssocID="{C1A32414-D1F3-4DBA-863B-26ED721F671F}" presName="parTx" presStyleLbl="revTx" presStyleIdx="3" presStyleCnt="5">
        <dgm:presLayoutVars>
          <dgm:chMax val="0"/>
          <dgm:chPref val="0"/>
        </dgm:presLayoutVars>
      </dgm:prSet>
      <dgm:spPr/>
    </dgm:pt>
    <dgm:pt modelId="{42EB70BE-6091-496D-9315-18AFF8AAC620}" type="pres">
      <dgm:prSet presAssocID="{96C01FA6-932B-4228-877B-71039BBACF42}" presName="sibTrans" presStyleCnt="0"/>
      <dgm:spPr/>
    </dgm:pt>
    <dgm:pt modelId="{C646A430-7724-449D-83B7-06187D1D3EC9}" type="pres">
      <dgm:prSet presAssocID="{DE086B3A-61C0-40B6-A56B-E270664FA69A}" presName="compNode" presStyleCnt="0"/>
      <dgm:spPr/>
    </dgm:pt>
    <dgm:pt modelId="{94E1DCCF-F5DF-491A-AA8B-49CE6539E262}" type="pres">
      <dgm:prSet presAssocID="{DE086B3A-61C0-40B6-A56B-E270664FA69A}" presName="bgRect" presStyleLbl="bgShp" presStyleIdx="4" presStyleCnt="5"/>
      <dgm:spPr/>
    </dgm:pt>
    <dgm:pt modelId="{9A17FC0F-0A21-4C93-8A46-538D85F240A2}" type="pres">
      <dgm:prSet presAssocID="{DE086B3A-61C0-40B6-A56B-E270664FA69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E306EF5F-1252-4D09-B863-EAA167D355E7}" type="pres">
      <dgm:prSet presAssocID="{DE086B3A-61C0-40B6-A56B-E270664FA69A}" presName="spaceRect" presStyleCnt="0"/>
      <dgm:spPr/>
    </dgm:pt>
    <dgm:pt modelId="{260D1C08-2F8A-4E9D-8437-C23BD6A01F28}" type="pres">
      <dgm:prSet presAssocID="{DE086B3A-61C0-40B6-A56B-E270664FA69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D509547-5A82-D144-87AD-F0EB67F31F00}" type="presOf" srcId="{CCFB5D4B-8E5D-447F-B175-C04F2A85B796}" destId="{64FFFAA7-1EC8-464E-8BF0-5A1C9354413B}" srcOrd="0" destOrd="0" presId="urn:microsoft.com/office/officeart/2018/2/layout/IconVerticalSolidList"/>
    <dgm:cxn modelId="{A3B26753-6CF1-4A44-B616-2A179641A3EB}" srcId="{C7E1DD7F-1F06-4882-BE80-FDEC83F93399}" destId="{C1A32414-D1F3-4DBA-863B-26ED721F671F}" srcOrd="3" destOrd="0" parTransId="{751F59EB-40DC-4077-AE3B-F7EE33C644DE}" sibTransId="{96C01FA6-932B-4228-877B-71039BBACF42}"/>
    <dgm:cxn modelId="{D70E335E-7E9F-AC47-B7C3-FE9C8C2202D3}" type="presOf" srcId="{A2A8D68C-0A92-4918-87F6-01C101372646}" destId="{1CF70544-66F7-49D1-BEE9-FCF8D3AF5966}" srcOrd="0" destOrd="0" presId="urn:microsoft.com/office/officeart/2018/2/layout/IconVerticalSolidList"/>
    <dgm:cxn modelId="{283C3C5E-155B-F34D-895B-00B5CEAB4ED8}" type="presOf" srcId="{C1A32414-D1F3-4DBA-863B-26ED721F671F}" destId="{CF312DF7-FB14-41FE-93C2-FCC78871F869}" srcOrd="0" destOrd="0" presId="urn:microsoft.com/office/officeart/2018/2/layout/IconVerticalSolidList"/>
    <dgm:cxn modelId="{04B95880-03B4-4E52-8122-06F0AAD86025}" srcId="{C7E1DD7F-1F06-4882-BE80-FDEC83F93399}" destId="{77DCB131-69CD-49D8-8876-302DF614507B}" srcOrd="1" destOrd="0" parTransId="{66032363-EDCE-404B-B8D8-4B92BB577350}" sibTransId="{BDE6DD61-ABFA-40D4-8C4C-119AF5F37019}"/>
    <dgm:cxn modelId="{EFB79688-4053-D84E-8CD4-9913224560DF}" type="presOf" srcId="{DE086B3A-61C0-40B6-A56B-E270664FA69A}" destId="{260D1C08-2F8A-4E9D-8437-C23BD6A01F28}" srcOrd="0" destOrd="0" presId="urn:microsoft.com/office/officeart/2018/2/layout/IconVerticalSolidList"/>
    <dgm:cxn modelId="{6BC39D91-8B47-4342-9AC6-33CE2F71C887}" srcId="{C7E1DD7F-1F06-4882-BE80-FDEC83F93399}" destId="{A2A8D68C-0A92-4918-87F6-01C101372646}" srcOrd="0" destOrd="0" parTransId="{DFBC88EC-9BB6-42E6-9552-B8DDF99B91A1}" sibTransId="{9BCBC3F5-1A36-4C16-A149-C23F4D4443D6}"/>
    <dgm:cxn modelId="{239E9FAA-D47F-9B4F-B0D4-B95300F1DA98}" type="presOf" srcId="{77DCB131-69CD-49D8-8876-302DF614507B}" destId="{219CD036-7936-42FD-BD66-DA9EE2D906AA}" srcOrd="0" destOrd="0" presId="urn:microsoft.com/office/officeart/2018/2/layout/IconVerticalSolidList"/>
    <dgm:cxn modelId="{84626ED4-8D31-4521-B377-EBE4936E0316}" srcId="{C7E1DD7F-1F06-4882-BE80-FDEC83F93399}" destId="{DE086B3A-61C0-40B6-A56B-E270664FA69A}" srcOrd="4" destOrd="0" parTransId="{67CD7DA7-9C21-4175-BC31-8C4063EE6F96}" sibTransId="{1C1939A5-4D3B-4713-B541-E1B780416F06}"/>
    <dgm:cxn modelId="{DE1DF2E0-C41F-46C8-90D5-1EC3369C63C3}" srcId="{C7E1DD7F-1F06-4882-BE80-FDEC83F93399}" destId="{CCFB5D4B-8E5D-447F-B175-C04F2A85B796}" srcOrd="2" destOrd="0" parTransId="{2AF21E4A-6CD5-4305-AAFB-18BF82281942}" sibTransId="{53C86C89-7A07-4B81-A26D-4362A6441793}"/>
    <dgm:cxn modelId="{045BEAF3-9B65-2F4F-BDFA-58E115482AE8}" type="presOf" srcId="{C7E1DD7F-1F06-4882-BE80-FDEC83F93399}" destId="{DBBEEA24-7433-4519-8E9A-CF7AC6558C01}" srcOrd="0" destOrd="0" presId="urn:microsoft.com/office/officeart/2018/2/layout/IconVerticalSolidList"/>
    <dgm:cxn modelId="{B5644E71-DAFB-394C-8043-3E43592405D0}" type="presParOf" srcId="{DBBEEA24-7433-4519-8E9A-CF7AC6558C01}" destId="{7DEF1DE8-2D37-458B-9B50-68FC1E8B035B}" srcOrd="0" destOrd="0" presId="urn:microsoft.com/office/officeart/2018/2/layout/IconVerticalSolidList"/>
    <dgm:cxn modelId="{28DF28AC-E7C0-D44C-A5D3-82A5C1979261}" type="presParOf" srcId="{7DEF1DE8-2D37-458B-9B50-68FC1E8B035B}" destId="{A8F06305-9CA7-4484-9D1A-7437F1835B9C}" srcOrd="0" destOrd="0" presId="urn:microsoft.com/office/officeart/2018/2/layout/IconVerticalSolidList"/>
    <dgm:cxn modelId="{DC9DAA47-13B4-364B-9840-57A41D09A12F}" type="presParOf" srcId="{7DEF1DE8-2D37-458B-9B50-68FC1E8B035B}" destId="{1DDD7780-0BF4-43B5-8C6D-21B0BBA70EE3}" srcOrd="1" destOrd="0" presId="urn:microsoft.com/office/officeart/2018/2/layout/IconVerticalSolidList"/>
    <dgm:cxn modelId="{BEBC99DD-1E3F-3E46-9E34-8D7AA15FACD8}" type="presParOf" srcId="{7DEF1DE8-2D37-458B-9B50-68FC1E8B035B}" destId="{6235781E-5789-43EF-94BA-467CC0BEF330}" srcOrd="2" destOrd="0" presId="urn:microsoft.com/office/officeart/2018/2/layout/IconVerticalSolidList"/>
    <dgm:cxn modelId="{21C21902-087E-C24B-9EEC-723435C65367}" type="presParOf" srcId="{7DEF1DE8-2D37-458B-9B50-68FC1E8B035B}" destId="{1CF70544-66F7-49D1-BEE9-FCF8D3AF5966}" srcOrd="3" destOrd="0" presId="urn:microsoft.com/office/officeart/2018/2/layout/IconVerticalSolidList"/>
    <dgm:cxn modelId="{33C4ED5F-7AC1-2441-90FF-E19192B10CE0}" type="presParOf" srcId="{DBBEEA24-7433-4519-8E9A-CF7AC6558C01}" destId="{C8E52EF8-D94C-4291-8865-85C8C29D53C2}" srcOrd="1" destOrd="0" presId="urn:microsoft.com/office/officeart/2018/2/layout/IconVerticalSolidList"/>
    <dgm:cxn modelId="{CB212B96-EC86-1645-95A8-BDC4F884EF10}" type="presParOf" srcId="{DBBEEA24-7433-4519-8E9A-CF7AC6558C01}" destId="{65DF4CFA-D174-4BB2-BEFC-BA5F2E2BA9D7}" srcOrd="2" destOrd="0" presId="urn:microsoft.com/office/officeart/2018/2/layout/IconVerticalSolidList"/>
    <dgm:cxn modelId="{281EE1CF-11EB-2546-A8AD-EBB6AAD9FCE0}" type="presParOf" srcId="{65DF4CFA-D174-4BB2-BEFC-BA5F2E2BA9D7}" destId="{CB263BB9-45FB-425F-881E-8AF1AD99676D}" srcOrd="0" destOrd="0" presId="urn:microsoft.com/office/officeart/2018/2/layout/IconVerticalSolidList"/>
    <dgm:cxn modelId="{4B385666-D16C-BF49-9FB7-5E5C17DAC682}" type="presParOf" srcId="{65DF4CFA-D174-4BB2-BEFC-BA5F2E2BA9D7}" destId="{7415D887-343C-46DE-B6B0-9C35EBF69995}" srcOrd="1" destOrd="0" presId="urn:microsoft.com/office/officeart/2018/2/layout/IconVerticalSolidList"/>
    <dgm:cxn modelId="{2261EA41-0BED-094D-8C1F-7D5339DFEC6C}" type="presParOf" srcId="{65DF4CFA-D174-4BB2-BEFC-BA5F2E2BA9D7}" destId="{FA911FEB-0B8B-421E-8BDB-452BA2857F62}" srcOrd="2" destOrd="0" presId="urn:microsoft.com/office/officeart/2018/2/layout/IconVerticalSolidList"/>
    <dgm:cxn modelId="{60EA3C5B-E06E-CA4C-B4E0-44EB637BB0E4}" type="presParOf" srcId="{65DF4CFA-D174-4BB2-BEFC-BA5F2E2BA9D7}" destId="{219CD036-7936-42FD-BD66-DA9EE2D906AA}" srcOrd="3" destOrd="0" presId="urn:microsoft.com/office/officeart/2018/2/layout/IconVerticalSolidList"/>
    <dgm:cxn modelId="{9E20C601-8A94-FA47-958A-F099589CD06A}" type="presParOf" srcId="{DBBEEA24-7433-4519-8E9A-CF7AC6558C01}" destId="{CC29606B-B90A-4339-8485-7E482449496E}" srcOrd="3" destOrd="0" presId="urn:microsoft.com/office/officeart/2018/2/layout/IconVerticalSolidList"/>
    <dgm:cxn modelId="{22B727C3-5A2C-F648-A602-E25DF1B08C66}" type="presParOf" srcId="{DBBEEA24-7433-4519-8E9A-CF7AC6558C01}" destId="{5EE0857A-6D63-4471-8236-6A7CA9967439}" srcOrd="4" destOrd="0" presId="urn:microsoft.com/office/officeart/2018/2/layout/IconVerticalSolidList"/>
    <dgm:cxn modelId="{93C57AC6-9A19-9A4D-BF49-7318967DB6DD}" type="presParOf" srcId="{5EE0857A-6D63-4471-8236-6A7CA9967439}" destId="{7F7993EB-A9BF-4921-9728-BB7F19174043}" srcOrd="0" destOrd="0" presId="urn:microsoft.com/office/officeart/2018/2/layout/IconVerticalSolidList"/>
    <dgm:cxn modelId="{AA62E98D-7EA9-9645-B136-80A8E0EBEFF2}" type="presParOf" srcId="{5EE0857A-6D63-4471-8236-6A7CA9967439}" destId="{563A22B7-5895-4B4A-B786-F5381C51B123}" srcOrd="1" destOrd="0" presId="urn:microsoft.com/office/officeart/2018/2/layout/IconVerticalSolidList"/>
    <dgm:cxn modelId="{28509F73-C4BE-2349-A450-610D2F69EB5E}" type="presParOf" srcId="{5EE0857A-6D63-4471-8236-6A7CA9967439}" destId="{1A127FFE-E5B0-4E3D-95CA-CD97542C1A13}" srcOrd="2" destOrd="0" presId="urn:microsoft.com/office/officeart/2018/2/layout/IconVerticalSolidList"/>
    <dgm:cxn modelId="{6CA141DD-4F2F-5942-9B82-E31E9C24E79B}" type="presParOf" srcId="{5EE0857A-6D63-4471-8236-6A7CA9967439}" destId="{64FFFAA7-1EC8-464E-8BF0-5A1C9354413B}" srcOrd="3" destOrd="0" presId="urn:microsoft.com/office/officeart/2018/2/layout/IconVerticalSolidList"/>
    <dgm:cxn modelId="{18C20D0F-1004-4C4B-8859-93EA54B531D4}" type="presParOf" srcId="{DBBEEA24-7433-4519-8E9A-CF7AC6558C01}" destId="{92BFF951-DFDD-4A1C-8C37-ADA8D1B1A567}" srcOrd="5" destOrd="0" presId="urn:microsoft.com/office/officeart/2018/2/layout/IconVerticalSolidList"/>
    <dgm:cxn modelId="{3EF62A7B-F626-634B-83DB-F1FBFA4A0BFE}" type="presParOf" srcId="{DBBEEA24-7433-4519-8E9A-CF7AC6558C01}" destId="{587B2EB7-4C5A-4EF8-984D-34724B57AC62}" srcOrd="6" destOrd="0" presId="urn:microsoft.com/office/officeart/2018/2/layout/IconVerticalSolidList"/>
    <dgm:cxn modelId="{99718A61-4095-5E4C-8B7E-70CBB7C41035}" type="presParOf" srcId="{587B2EB7-4C5A-4EF8-984D-34724B57AC62}" destId="{7C635225-6179-4CEC-ACF6-94B19AEC6E29}" srcOrd="0" destOrd="0" presId="urn:microsoft.com/office/officeart/2018/2/layout/IconVerticalSolidList"/>
    <dgm:cxn modelId="{962F61CD-DB6E-4D47-A65C-2DB07F8AF7A9}" type="presParOf" srcId="{587B2EB7-4C5A-4EF8-984D-34724B57AC62}" destId="{6CF5E353-13E9-4861-BEEF-7FD07414106A}" srcOrd="1" destOrd="0" presId="urn:microsoft.com/office/officeart/2018/2/layout/IconVerticalSolidList"/>
    <dgm:cxn modelId="{77E727C1-816D-3F4A-BB6B-F0701294E40F}" type="presParOf" srcId="{587B2EB7-4C5A-4EF8-984D-34724B57AC62}" destId="{6E5E9893-BA49-411F-95A1-72663FBF1466}" srcOrd="2" destOrd="0" presId="urn:microsoft.com/office/officeart/2018/2/layout/IconVerticalSolidList"/>
    <dgm:cxn modelId="{DE15C3D4-A72E-A34D-B0E0-16FD8DCC9283}" type="presParOf" srcId="{587B2EB7-4C5A-4EF8-984D-34724B57AC62}" destId="{CF312DF7-FB14-41FE-93C2-FCC78871F869}" srcOrd="3" destOrd="0" presId="urn:microsoft.com/office/officeart/2018/2/layout/IconVerticalSolidList"/>
    <dgm:cxn modelId="{6CC48115-4772-2847-BF8C-3B410A9BF741}" type="presParOf" srcId="{DBBEEA24-7433-4519-8E9A-CF7AC6558C01}" destId="{42EB70BE-6091-496D-9315-18AFF8AAC620}" srcOrd="7" destOrd="0" presId="urn:microsoft.com/office/officeart/2018/2/layout/IconVerticalSolidList"/>
    <dgm:cxn modelId="{BA5BF805-0EA6-B044-A1A9-193449FA77ED}" type="presParOf" srcId="{DBBEEA24-7433-4519-8E9A-CF7AC6558C01}" destId="{C646A430-7724-449D-83B7-06187D1D3EC9}" srcOrd="8" destOrd="0" presId="urn:microsoft.com/office/officeart/2018/2/layout/IconVerticalSolidList"/>
    <dgm:cxn modelId="{36D9EC8E-4D28-EE4B-A5FA-E420D7A258F8}" type="presParOf" srcId="{C646A430-7724-449D-83B7-06187D1D3EC9}" destId="{94E1DCCF-F5DF-491A-AA8B-49CE6539E262}" srcOrd="0" destOrd="0" presId="urn:microsoft.com/office/officeart/2018/2/layout/IconVerticalSolidList"/>
    <dgm:cxn modelId="{2BEECD74-845C-9646-99ED-31E26EEE50BE}" type="presParOf" srcId="{C646A430-7724-449D-83B7-06187D1D3EC9}" destId="{9A17FC0F-0A21-4C93-8A46-538D85F240A2}" srcOrd="1" destOrd="0" presId="urn:microsoft.com/office/officeart/2018/2/layout/IconVerticalSolidList"/>
    <dgm:cxn modelId="{48E4B80E-2A96-0642-B300-E7A5696A6379}" type="presParOf" srcId="{C646A430-7724-449D-83B7-06187D1D3EC9}" destId="{E306EF5F-1252-4D09-B863-EAA167D355E7}" srcOrd="2" destOrd="0" presId="urn:microsoft.com/office/officeart/2018/2/layout/IconVerticalSolidList"/>
    <dgm:cxn modelId="{F53D36F9-8C0C-4148-96BF-5AA985017D7B}" type="presParOf" srcId="{C646A430-7724-449D-83B7-06187D1D3EC9}" destId="{260D1C08-2F8A-4E9D-8437-C23BD6A01F2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97B2A9-0A47-4041-915B-890E4141E8C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FDA4BB7-ABEE-4503-8DBC-001DEB8831E4}">
      <dgm:prSet/>
      <dgm:spPr/>
      <dgm:t>
        <a:bodyPr/>
        <a:lstStyle/>
        <a:p>
          <a:pPr>
            <a:defRPr cap="all"/>
          </a:pPr>
          <a:r>
            <a:rPr lang="en-US"/>
            <a:t>Python for implementation.</a:t>
          </a:r>
        </a:p>
      </dgm:t>
    </dgm:pt>
    <dgm:pt modelId="{BCD268FF-A03F-4EA8-9EC4-81751EF30684}" type="parTrans" cxnId="{A0F2900D-2BEE-4A66-BADC-8183ADC49773}">
      <dgm:prSet/>
      <dgm:spPr/>
      <dgm:t>
        <a:bodyPr/>
        <a:lstStyle/>
        <a:p>
          <a:endParaRPr lang="en-US"/>
        </a:p>
      </dgm:t>
    </dgm:pt>
    <dgm:pt modelId="{B114C74B-11B3-46F4-8E11-68A842DBCFEF}" type="sibTrans" cxnId="{A0F2900D-2BEE-4A66-BADC-8183ADC49773}">
      <dgm:prSet/>
      <dgm:spPr/>
      <dgm:t>
        <a:bodyPr/>
        <a:lstStyle/>
        <a:p>
          <a:endParaRPr lang="en-US"/>
        </a:p>
      </dgm:t>
    </dgm:pt>
    <dgm:pt modelId="{A5AC793E-A245-40D8-9BF1-E2C175A4C666}">
      <dgm:prSet/>
      <dgm:spPr/>
      <dgm:t>
        <a:bodyPr/>
        <a:lstStyle/>
        <a:p>
          <a:pPr>
            <a:defRPr cap="all"/>
          </a:pPr>
          <a:r>
            <a:rPr lang="en-US"/>
            <a:t>OpenCV for real-time detection.</a:t>
          </a:r>
        </a:p>
      </dgm:t>
    </dgm:pt>
    <dgm:pt modelId="{CBF30943-6014-4A57-A95F-33B073C33701}" type="parTrans" cxnId="{D1E3CACC-2AC5-4BBF-AD1D-055BAE5C873F}">
      <dgm:prSet/>
      <dgm:spPr/>
      <dgm:t>
        <a:bodyPr/>
        <a:lstStyle/>
        <a:p>
          <a:endParaRPr lang="en-US"/>
        </a:p>
      </dgm:t>
    </dgm:pt>
    <dgm:pt modelId="{4716F74B-9C55-4965-ABD3-AB9DD911AD20}" type="sibTrans" cxnId="{D1E3CACC-2AC5-4BBF-AD1D-055BAE5C873F}">
      <dgm:prSet/>
      <dgm:spPr/>
      <dgm:t>
        <a:bodyPr/>
        <a:lstStyle/>
        <a:p>
          <a:endParaRPr lang="en-US"/>
        </a:p>
      </dgm:t>
    </dgm:pt>
    <dgm:pt modelId="{DC86A393-38D5-404E-9C83-E57CE31EAA0F}">
      <dgm:prSet/>
      <dgm:spPr/>
      <dgm:t>
        <a:bodyPr/>
        <a:lstStyle/>
        <a:p>
          <a:pPr>
            <a:defRPr cap="all"/>
          </a:pPr>
          <a:r>
            <a:rPr lang="en-US" dirty="0" err="1"/>
            <a:t>Ultralytics</a:t>
          </a:r>
          <a:r>
            <a:rPr lang="en-US" dirty="0"/>
            <a:t> YOLO 26 for model training.</a:t>
          </a:r>
        </a:p>
      </dgm:t>
    </dgm:pt>
    <dgm:pt modelId="{6173AF91-B10D-4E75-A9B3-A98751DE1F5F}" type="parTrans" cxnId="{7F8CC7AC-E663-444E-B0F4-AEC3135DD7FD}">
      <dgm:prSet/>
      <dgm:spPr/>
      <dgm:t>
        <a:bodyPr/>
        <a:lstStyle/>
        <a:p>
          <a:endParaRPr lang="en-US"/>
        </a:p>
      </dgm:t>
    </dgm:pt>
    <dgm:pt modelId="{0EEC6B9F-E2BC-4F51-9CDE-F1D180B0794C}" type="sibTrans" cxnId="{7F8CC7AC-E663-444E-B0F4-AEC3135DD7FD}">
      <dgm:prSet/>
      <dgm:spPr/>
      <dgm:t>
        <a:bodyPr/>
        <a:lstStyle/>
        <a:p>
          <a:endParaRPr lang="en-US"/>
        </a:p>
      </dgm:t>
    </dgm:pt>
    <dgm:pt modelId="{701A8B78-5559-471B-89D3-87006254AA1F}">
      <dgm:prSet/>
      <dgm:spPr/>
      <dgm:t>
        <a:bodyPr/>
        <a:lstStyle/>
        <a:p>
          <a:pPr>
            <a:defRPr cap="all"/>
          </a:pPr>
          <a:r>
            <a:rPr lang="en-US"/>
            <a:t>LabelMe for annotation.</a:t>
          </a:r>
        </a:p>
      </dgm:t>
    </dgm:pt>
    <dgm:pt modelId="{102752B1-7C7D-47B5-9D55-98D0CFAB8F9F}" type="parTrans" cxnId="{D8F6D10B-E97C-4796-83D9-7DFAA2344B76}">
      <dgm:prSet/>
      <dgm:spPr/>
      <dgm:t>
        <a:bodyPr/>
        <a:lstStyle/>
        <a:p>
          <a:endParaRPr lang="en-US"/>
        </a:p>
      </dgm:t>
    </dgm:pt>
    <dgm:pt modelId="{89CBAE0E-7D17-459A-90B2-699E456B08D4}" type="sibTrans" cxnId="{D8F6D10B-E97C-4796-83D9-7DFAA2344B76}">
      <dgm:prSet/>
      <dgm:spPr/>
      <dgm:t>
        <a:bodyPr/>
        <a:lstStyle/>
        <a:p>
          <a:endParaRPr lang="en-US"/>
        </a:p>
      </dgm:t>
    </dgm:pt>
    <dgm:pt modelId="{D007FE04-AB27-4C61-A569-4056E84E2A5B}">
      <dgm:prSet/>
      <dgm:spPr/>
      <dgm:t>
        <a:bodyPr/>
        <a:lstStyle/>
        <a:p>
          <a:pPr>
            <a:defRPr cap="all"/>
          </a:pPr>
          <a:r>
            <a:rPr lang="en-US"/>
            <a:t>NumPy and Matplotlib for processing and visualization</a:t>
          </a:r>
          <a:r>
            <a:rPr lang="en-GB"/>
            <a:t>.</a:t>
          </a:r>
          <a:endParaRPr lang="en-US"/>
        </a:p>
      </dgm:t>
    </dgm:pt>
    <dgm:pt modelId="{E4A8CACE-8BB6-4FB2-93C9-3169842479D3}" type="parTrans" cxnId="{59346485-BE66-49B4-901F-A7EA0A5FED2A}">
      <dgm:prSet/>
      <dgm:spPr/>
      <dgm:t>
        <a:bodyPr/>
        <a:lstStyle/>
        <a:p>
          <a:endParaRPr lang="en-US"/>
        </a:p>
      </dgm:t>
    </dgm:pt>
    <dgm:pt modelId="{8C1CC284-3184-451B-A1F5-21B3FA1F27E0}" type="sibTrans" cxnId="{59346485-BE66-49B4-901F-A7EA0A5FED2A}">
      <dgm:prSet/>
      <dgm:spPr/>
      <dgm:t>
        <a:bodyPr/>
        <a:lstStyle/>
        <a:p>
          <a:endParaRPr lang="en-US"/>
        </a:p>
      </dgm:t>
    </dgm:pt>
    <dgm:pt modelId="{7BBF6B06-CC0A-41F8-BFC4-232FFEECBC2C}">
      <dgm:prSet/>
      <dgm:spPr/>
      <dgm:t>
        <a:bodyPr/>
        <a:lstStyle/>
        <a:p>
          <a:pPr>
            <a:defRPr cap="all"/>
          </a:pPr>
          <a:r>
            <a:rPr lang="en-GB"/>
            <a:t>These technologies together enable efficient model development and deployment</a:t>
          </a:r>
          <a:endParaRPr lang="en-US"/>
        </a:p>
      </dgm:t>
    </dgm:pt>
    <dgm:pt modelId="{F72610F5-7771-4854-894F-E60329C44D8B}" type="parTrans" cxnId="{01FFF340-C5EC-4E2B-8D1F-EBA78BCC598A}">
      <dgm:prSet/>
      <dgm:spPr/>
      <dgm:t>
        <a:bodyPr/>
        <a:lstStyle/>
        <a:p>
          <a:endParaRPr lang="en-US"/>
        </a:p>
      </dgm:t>
    </dgm:pt>
    <dgm:pt modelId="{5C7273B0-06DC-4526-B035-EB5438440FB2}" type="sibTrans" cxnId="{01FFF340-C5EC-4E2B-8D1F-EBA78BCC598A}">
      <dgm:prSet/>
      <dgm:spPr/>
      <dgm:t>
        <a:bodyPr/>
        <a:lstStyle/>
        <a:p>
          <a:endParaRPr lang="en-US"/>
        </a:p>
      </dgm:t>
    </dgm:pt>
    <dgm:pt modelId="{24CE20D1-CE7C-43A1-8169-CCAD32BCD916}" type="pres">
      <dgm:prSet presAssocID="{FE97B2A9-0A47-4041-915B-890E4141E8CF}" presName="root" presStyleCnt="0">
        <dgm:presLayoutVars>
          <dgm:dir/>
          <dgm:resizeHandles val="exact"/>
        </dgm:presLayoutVars>
      </dgm:prSet>
      <dgm:spPr/>
    </dgm:pt>
    <dgm:pt modelId="{B1EE5B6A-3581-4C0D-8CEF-F2C2BE24F036}" type="pres">
      <dgm:prSet presAssocID="{5FDA4BB7-ABEE-4503-8DBC-001DEB8831E4}" presName="compNode" presStyleCnt="0"/>
      <dgm:spPr/>
    </dgm:pt>
    <dgm:pt modelId="{D81104A3-FA42-48F5-9874-BECDC24DF9A4}" type="pres">
      <dgm:prSet presAssocID="{5FDA4BB7-ABEE-4503-8DBC-001DEB8831E4}" presName="iconBgRect" presStyleLbl="bgShp" presStyleIdx="0" presStyleCnt="6"/>
      <dgm:spPr/>
    </dgm:pt>
    <dgm:pt modelId="{4AD547AE-8635-4563-9100-FCA185455AE9}" type="pres">
      <dgm:prSet presAssocID="{5FDA4BB7-ABEE-4503-8DBC-001DEB8831E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9E270B2-13ED-4262-A2AA-80D00BFE78D0}" type="pres">
      <dgm:prSet presAssocID="{5FDA4BB7-ABEE-4503-8DBC-001DEB8831E4}" presName="spaceRect" presStyleCnt="0"/>
      <dgm:spPr/>
    </dgm:pt>
    <dgm:pt modelId="{8CE1BB0F-C618-4A88-8A52-A406652EE1EF}" type="pres">
      <dgm:prSet presAssocID="{5FDA4BB7-ABEE-4503-8DBC-001DEB8831E4}" presName="textRect" presStyleLbl="revTx" presStyleIdx="0" presStyleCnt="6">
        <dgm:presLayoutVars>
          <dgm:chMax val="1"/>
          <dgm:chPref val="1"/>
        </dgm:presLayoutVars>
      </dgm:prSet>
      <dgm:spPr/>
    </dgm:pt>
    <dgm:pt modelId="{4F720034-2D39-4A83-A121-770C7C92351A}" type="pres">
      <dgm:prSet presAssocID="{B114C74B-11B3-46F4-8E11-68A842DBCFEF}" presName="sibTrans" presStyleCnt="0"/>
      <dgm:spPr/>
    </dgm:pt>
    <dgm:pt modelId="{A4E559AE-1F3A-4642-9EB2-2404AE6AF3C8}" type="pres">
      <dgm:prSet presAssocID="{A5AC793E-A245-40D8-9BF1-E2C175A4C666}" presName="compNode" presStyleCnt="0"/>
      <dgm:spPr/>
    </dgm:pt>
    <dgm:pt modelId="{33FC8AF5-84D1-49F2-9E7E-46BB0887B2ED}" type="pres">
      <dgm:prSet presAssocID="{A5AC793E-A245-40D8-9BF1-E2C175A4C666}" presName="iconBgRect" presStyleLbl="bgShp" presStyleIdx="1" presStyleCnt="6"/>
      <dgm:spPr/>
    </dgm:pt>
    <dgm:pt modelId="{15B2239D-B129-4496-B58C-C849AD7FDBBC}" type="pres">
      <dgm:prSet presAssocID="{A5AC793E-A245-40D8-9BF1-E2C175A4C66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8537BBDF-1439-4074-83EA-1908DD18F8E8}" type="pres">
      <dgm:prSet presAssocID="{A5AC793E-A245-40D8-9BF1-E2C175A4C666}" presName="spaceRect" presStyleCnt="0"/>
      <dgm:spPr/>
    </dgm:pt>
    <dgm:pt modelId="{71BE9CE7-7849-401A-8A57-2F63CC916458}" type="pres">
      <dgm:prSet presAssocID="{A5AC793E-A245-40D8-9BF1-E2C175A4C666}" presName="textRect" presStyleLbl="revTx" presStyleIdx="1" presStyleCnt="6">
        <dgm:presLayoutVars>
          <dgm:chMax val="1"/>
          <dgm:chPref val="1"/>
        </dgm:presLayoutVars>
      </dgm:prSet>
      <dgm:spPr/>
    </dgm:pt>
    <dgm:pt modelId="{BA020007-3A33-4DAD-A9F5-2EFDC1A789B1}" type="pres">
      <dgm:prSet presAssocID="{4716F74B-9C55-4965-ABD3-AB9DD911AD20}" presName="sibTrans" presStyleCnt="0"/>
      <dgm:spPr/>
    </dgm:pt>
    <dgm:pt modelId="{BD8A837B-512A-4208-9664-710EC13D07E3}" type="pres">
      <dgm:prSet presAssocID="{DC86A393-38D5-404E-9C83-E57CE31EAA0F}" presName="compNode" presStyleCnt="0"/>
      <dgm:spPr/>
    </dgm:pt>
    <dgm:pt modelId="{1C2F5266-BC15-4C03-9F47-31A38C521147}" type="pres">
      <dgm:prSet presAssocID="{DC86A393-38D5-404E-9C83-E57CE31EAA0F}" presName="iconBgRect" presStyleLbl="bgShp" presStyleIdx="2" presStyleCnt="6"/>
      <dgm:spPr/>
    </dgm:pt>
    <dgm:pt modelId="{22A53A7D-FE3C-40CA-942A-F66549422A7E}" type="pres">
      <dgm:prSet presAssocID="{DC86A393-38D5-404E-9C83-E57CE31EAA0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39876FC9-8C83-4481-950E-8103D3878488}" type="pres">
      <dgm:prSet presAssocID="{DC86A393-38D5-404E-9C83-E57CE31EAA0F}" presName="spaceRect" presStyleCnt="0"/>
      <dgm:spPr/>
    </dgm:pt>
    <dgm:pt modelId="{12BE00DD-22E4-4CBD-BF74-85105C15C90D}" type="pres">
      <dgm:prSet presAssocID="{DC86A393-38D5-404E-9C83-E57CE31EAA0F}" presName="textRect" presStyleLbl="revTx" presStyleIdx="2" presStyleCnt="6">
        <dgm:presLayoutVars>
          <dgm:chMax val="1"/>
          <dgm:chPref val="1"/>
        </dgm:presLayoutVars>
      </dgm:prSet>
      <dgm:spPr/>
    </dgm:pt>
    <dgm:pt modelId="{3A6730D8-E5A7-4DA9-A268-0ED166EA45EB}" type="pres">
      <dgm:prSet presAssocID="{0EEC6B9F-E2BC-4F51-9CDE-F1D180B0794C}" presName="sibTrans" presStyleCnt="0"/>
      <dgm:spPr/>
    </dgm:pt>
    <dgm:pt modelId="{D6C1689A-50B6-472D-9C6A-98175FBFF565}" type="pres">
      <dgm:prSet presAssocID="{701A8B78-5559-471B-89D3-87006254AA1F}" presName="compNode" presStyleCnt="0"/>
      <dgm:spPr/>
    </dgm:pt>
    <dgm:pt modelId="{AE5A6A5D-FCEF-48B7-A58D-EC165F89CCA7}" type="pres">
      <dgm:prSet presAssocID="{701A8B78-5559-471B-89D3-87006254AA1F}" presName="iconBgRect" presStyleLbl="bgShp" presStyleIdx="3" presStyleCnt="6"/>
      <dgm:spPr/>
    </dgm:pt>
    <dgm:pt modelId="{606382B5-D069-4A55-B337-687DC4FE4363}" type="pres">
      <dgm:prSet presAssocID="{701A8B78-5559-471B-89D3-87006254AA1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05634DF-2402-4D8A-A104-E8EADAD4C697}" type="pres">
      <dgm:prSet presAssocID="{701A8B78-5559-471B-89D3-87006254AA1F}" presName="spaceRect" presStyleCnt="0"/>
      <dgm:spPr/>
    </dgm:pt>
    <dgm:pt modelId="{B4E727E1-3605-4EB2-BBCB-A8975F86B9FF}" type="pres">
      <dgm:prSet presAssocID="{701A8B78-5559-471B-89D3-87006254AA1F}" presName="textRect" presStyleLbl="revTx" presStyleIdx="3" presStyleCnt="6">
        <dgm:presLayoutVars>
          <dgm:chMax val="1"/>
          <dgm:chPref val="1"/>
        </dgm:presLayoutVars>
      </dgm:prSet>
      <dgm:spPr/>
    </dgm:pt>
    <dgm:pt modelId="{9A384B55-703F-40ED-9810-C0811D99E6B9}" type="pres">
      <dgm:prSet presAssocID="{89CBAE0E-7D17-459A-90B2-699E456B08D4}" presName="sibTrans" presStyleCnt="0"/>
      <dgm:spPr/>
    </dgm:pt>
    <dgm:pt modelId="{5E377F73-0E1B-47A5-AD2B-74E85072B4D0}" type="pres">
      <dgm:prSet presAssocID="{D007FE04-AB27-4C61-A569-4056E84E2A5B}" presName="compNode" presStyleCnt="0"/>
      <dgm:spPr/>
    </dgm:pt>
    <dgm:pt modelId="{2FE537DF-39BE-4EF1-AE9D-9823EB3E359B}" type="pres">
      <dgm:prSet presAssocID="{D007FE04-AB27-4C61-A569-4056E84E2A5B}" presName="iconBgRect" presStyleLbl="bgShp" presStyleIdx="4" presStyleCnt="6"/>
      <dgm:spPr/>
    </dgm:pt>
    <dgm:pt modelId="{E1BA3A82-5E36-40BB-83B9-37F60FAAB8E0}" type="pres">
      <dgm:prSet presAssocID="{D007FE04-AB27-4C61-A569-4056E84E2A5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71A7AEF7-1549-4EB1-AF8B-5FF2970A8EA6}" type="pres">
      <dgm:prSet presAssocID="{D007FE04-AB27-4C61-A569-4056E84E2A5B}" presName="spaceRect" presStyleCnt="0"/>
      <dgm:spPr/>
    </dgm:pt>
    <dgm:pt modelId="{1A76F5B0-4717-44DD-AB68-F43A34755323}" type="pres">
      <dgm:prSet presAssocID="{D007FE04-AB27-4C61-A569-4056E84E2A5B}" presName="textRect" presStyleLbl="revTx" presStyleIdx="4" presStyleCnt="6">
        <dgm:presLayoutVars>
          <dgm:chMax val="1"/>
          <dgm:chPref val="1"/>
        </dgm:presLayoutVars>
      </dgm:prSet>
      <dgm:spPr/>
    </dgm:pt>
    <dgm:pt modelId="{893D6A91-3959-495D-92FF-2D26191F286E}" type="pres">
      <dgm:prSet presAssocID="{8C1CC284-3184-451B-A1F5-21B3FA1F27E0}" presName="sibTrans" presStyleCnt="0"/>
      <dgm:spPr/>
    </dgm:pt>
    <dgm:pt modelId="{401986D7-2F99-4727-8595-F91196A70021}" type="pres">
      <dgm:prSet presAssocID="{7BBF6B06-CC0A-41F8-BFC4-232FFEECBC2C}" presName="compNode" presStyleCnt="0"/>
      <dgm:spPr/>
    </dgm:pt>
    <dgm:pt modelId="{90355DA7-6399-40CE-BB5B-EDC2DF0DD7CD}" type="pres">
      <dgm:prSet presAssocID="{7BBF6B06-CC0A-41F8-BFC4-232FFEECBC2C}" presName="iconBgRect" presStyleLbl="bgShp" presStyleIdx="5" presStyleCnt="6"/>
      <dgm:spPr/>
    </dgm:pt>
    <dgm:pt modelId="{F54DD9BD-B360-442C-B7AB-51ED1BD40C90}" type="pres">
      <dgm:prSet presAssocID="{7BBF6B06-CC0A-41F8-BFC4-232FFEECBC2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93C99B4-B259-4A2A-A339-3ECBE24EE907}" type="pres">
      <dgm:prSet presAssocID="{7BBF6B06-CC0A-41F8-BFC4-232FFEECBC2C}" presName="spaceRect" presStyleCnt="0"/>
      <dgm:spPr/>
    </dgm:pt>
    <dgm:pt modelId="{368BD718-9849-4581-83B1-57A5E00EA141}" type="pres">
      <dgm:prSet presAssocID="{7BBF6B06-CC0A-41F8-BFC4-232FFEECBC2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317C705-6182-40C1-AAEB-95073A990D03}" type="presOf" srcId="{7BBF6B06-CC0A-41F8-BFC4-232FFEECBC2C}" destId="{368BD718-9849-4581-83B1-57A5E00EA141}" srcOrd="0" destOrd="0" presId="urn:microsoft.com/office/officeart/2018/5/layout/IconCircleLabelList"/>
    <dgm:cxn modelId="{D8F6D10B-E97C-4796-83D9-7DFAA2344B76}" srcId="{FE97B2A9-0A47-4041-915B-890E4141E8CF}" destId="{701A8B78-5559-471B-89D3-87006254AA1F}" srcOrd="3" destOrd="0" parTransId="{102752B1-7C7D-47B5-9D55-98D0CFAB8F9F}" sibTransId="{89CBAE0E-7D17-459A-90B2-699E456B08D4}"/>
    <dgm:cxn modelId="{A0F2900D-2BEE-4A66-BADC-8183ADC49773}" srcId="{FE97B2A9-0A47-4041-915B-890E4141E8CF}" destId="{5FDA4BB7-ABEE-4503-8DBC-001DEB8831E4}" srcOrd="0" destOrd="0" parTransId="{BCD268FF-A03F-4EA8-9EC4-81751EF30684}" sibTransId="{B114C74B-11B3-46F4-8E11-68A842DBCFEF}"/>
    <dgm:cxn modelId="{A2EFCC20-B0F8-4944-855D-2A93A1E656D7}" type="presOf" srcId="{701A8B78-5559-471B-89D3-87006254AA1F}" destId="{B4E727E1-3605-4EB2-BBCB-A8975F86B9FF}" srcOrd="0" destOrd="0" presId="urn:microsoft.com/office/officeart/2018/5/layout/IconCircleLabelList"/>
    <dgm:cxn modelId="{01FFF340-C5EC-4E2B-8D1F-EBA78BCC598A}" srcId="{FE97B2A9-0A47-4041-915B-890E4141E8CF}" destId="{7BBF6B06-CC0A-41F8-BFC4-232FFEECBC2C}" srcOrd="5" destOrd="0" parTransId="{F72610F5-7771-4854-894F-E60329C44D8B}" sibTransId="{5C7273B0-06DC-4526-B035-EB5438440FB2}"/>
    <dgm:cxn modelId="{26013375-EC3C-4589-8501-F93CCC367836}" type="presOf" srcId="{D007FE04-AB27-4C61-A569-4056E84E2A5B}" destId="{1A76F5B0-4717-44DD-AB68-F43A34755323}" srcOrd="0" destOrd="0" presId="urn:microsoft.com/office/officeart/2018/5/layout/IconCircleLabelList"/>
    <dgm:cxn modelId="{DE18707F-ED67-4810-8433-A28B6776D8D0}" type="presOf" srcId="{A5AC793E-A245-40D8-9BF1-E2C175A4C666}" destId="{71BE9CE7-7849-401A-8A57-2F63CC916458}" srcOrd="0" destOrd="0" presId="urn:microsoft.com/office/officeart/2018/5/layout/IconCircleLabelList"/>
    <dgm:cxn modelId="{59346485-BE66-49B4-901F-A7EA0A5FED2A}" srcId="{FE97B2A9-0A47-4041-915B-890E4141E8CF}" destId="{D007FE04-AB27-4C61-A569-4056E84E2A5B}" srcOrd="4" destOrd="0" parTransId="{E4A8CACE-8BB6-4FB2-93C9-3169842479D3}" sibTransId="{8C1CC284-3184-451B-A1F5-21B3FA1F27E0}"/>
    <dgm:cxn modelId="{95F776AB-E0C5-4F82-8B60-534C854BEEBF}" type="presOf" srcId="{DC86A393-38D5-404E-9C83-E57CE31EAA0F}" destId="{12BE00DD-22E4-4CBD-BF74-85105C15C90D}" srcOrd="0" destOrd="0" presId="urn:microsoft.com/office/officeart/2018/5/layout/IconCircleLabelList"/>
    <dgm:cxn modelId="{7F8CC7AC-E663-444E-B0F4-AEC3135DD7FD}" srcId="{FE97B2A9-0A47-4041-915B-890E4141E8CF}" destId="{DC86A393-38D5-404E-9C83-E57CE31EAA0F}" srcOrd="2" destOrd="0" parTransId="{6173AF91-B10D-4E75-A9B3-A98751DE1F5F}" sibTransId="{0EEC6B9F-E2BC-4F51-9CDE-F1D180B0794C}"/>
    <dgm:cxn modelId="{D1E3CACC-2AC5-4BBF-AD1D-055BAE5C873F}" srcId="{FE97B2A9-0A47-4041-915B-890E4141E8CF}" destId="{A5AC793E-A245-40D8-9BF1-E2C175A4C666}" srcOrd="1" destOrd="0" parTransId="{CBF30943-6014-4A57-A95F-33B073C33701}" sibTransId="{4716F74B-9C55-4965-ABD3-AB9DD911AD20}"/>
    <dgm:cxn modelId="{B27054E7-3D3C-4E4C-985B-A2CC074BA258}" type="presOf" srcId="{FE97B2A9-0A47-4041-915B-890E4141E8CF}" destId="{24CE20D1-CE7C-43A1-8169-CCAD32BCD916}" srcOrd="0" destOrd="0" presId="urn:microsoft.com/office/officeart/2018/5/layout/IconCircleLabelList"/>
    <dgm:cxn modelId="{1C64A0F7-C358-49B5-B85D-9CD471303793}" type="presOf" srcId="{5FDA4BB7-ABEE-4503-8DBC-001DEB8831E4}" destId="{8CE1BB0F-C618-4A88-8A52-A406652EE1EF}" srcOrd="0" destOrd="0" presId="urn:microsoft.com/office/officeart/2018/5/layout/IconCircleLabelList"/>
    <dgm:cxn modelId="{E5070540-9CF1-40B5-8660-90A43B57558D}" type="presParOf" srcId="{24CE20D1-CE7C-43A1-8169-CCAD32BCD916}" destId="{B1EE5B6A-3581-4C0D-8CEF-F2C2BE24F036}" srcOrd="0" destOrd="0" presId="urn:microsoft.com/office/officeart/2018/5/layout/IconCircleLabelList"/>
    <dgm:cxn modelId="{E582BBF9-D987-42F9-A48F-406AD1B187A5}" type="presParOf" srcId="{B1EE5B6A-3581-4C0D-8CEF-F2C2BE24F036}" destId="{D81104A3-FA42-48F5-9874-BECDC24DF9A4}" srcOrd="0" destOrd="0" presId="urn:microsoft.com/office/officeart/2018/5/layout/IconCircleLabelList"/>
    <dgm:cxn modelId="{A69B875B-C577-4FE7-8926-5DF2FB298A09}" type="presParOf" srcId="{B1EE5B6A-3581-4C0D-8CEF-F2C2BE24F036}" destId="{4AD547AE-8635-4563-9100-FCA185455AE9}" srcOrd="1" destOrd="0" presId="urn:microsoft.com/office/officeart/2018/5/layout/IconCircleLabelList"/>
    <dgm:cxn modelId="{3FCA403A-D524-4253-9D9F-3E4AF45724BF}" type="presParOf" srcId="{B1EE5B6A-3581-4C0D-8CEF-F2C2BE24F036}" destId="{E9E270B2-13ED-4262-A2AA-80D00BFE78D0}" srcOrd="2" destOrd="0" presId="urn:microsoft.com/office/officeart/2018/5/layout/IconCircleLabelList"/>
    <dgm:cxn modelId="{1CA6847D-A77C-4BA7-9AB6-5E8BB487E371}" type="presParOf" srcId="{B1EE5B6A-3581-4C0D-8CEF-F2C2BE24F036}" destId="{8CE1BB0F-C618-4A88-8A52-A406652EE1EF}" srcOrd="3" destOrd="0" presId="urn:microsoft.com/office/officeart/2018/5/layout/IconCircleLabelList"/>
    <dgm:cxn modelId="{33EF289D-11E2-4EFE-B021-CBFF189586E8}" type="presParOf" srcId="{24CE20D1-CE7C-43A1-8169-CCAD32BCD916}" destId="{4F720034-2D39-4A83-A121-770C7C92351A}" srcOrd="1" destOrd="0" presId="urn:microsoft.com/office/officeart/2018/5/layout/IconCircleLabelList"/>
    <dgm:cxn modelId="{0ADA80D2-B92A-43CB-A916-77E126C77A7A}" type="presParOf" srcId="{24CE20D1-CE7C-43A1-8169-CCAD32BCD916}" destId="{A4E559AE-1F3A-4642-9EB2-2404AE6AF3C8}" srcOrd="2" destOrd="0" presId="urn:microsoft.com/office/officeart/2018/5/layout/IconCircleLabelList"/>
    <dgm:cxn modelId="{BDA09507-72E1-4098-8462-8FE0451C87BA}" type="presParOf" srcId="{A4E559AE-1F3A-4642-9EB2-2404AE6AF3C8}" destId="{33FC8AF5-84D1-49F2-9E7E-46BB0887B2ED}" srcOrd="0" destOrd="0" presId="urn:microsoft.com/office/officeart/2018/5/layout/IconCircleLabelList"/>
    <dgm:cxn modelId="{7F24EE4B-CD1C-4C5F-9614-01D23A8B7917}" type="presParOf" srcId="{A4E559AE-1F3A-4642-9EB2-2404AE6AF3C8}" destId="{15B2239D-B129-4496-B58C-C849AD7FDBBC}" srcOrd="1" destOrd="0" presId="urn:microsoft.com/office/officeart/2018/5/layout/IconCircleLabelList"/>
    <dgm:cxn modelId="{3B69DEF7-7863-4831-A8A9-7633C45A1DF4}" type="presParOf" srcId="{A4E559AE-1F3A-4642-9EB2-2404AE6AF3C8}" destId="{8537BBDF-1439-4074-83EA-1908DD18F8E8}" srcOrd="2" destOrd="0" presId="urn:microsoft.com/office/officeart/2018/5/layout/IconCircleLabelList"/>
    <dgm:cxn modelId="{8650D707-4CE4-445E-AEA6-8987D67BD8B1}" type="presParOf" srcId="{A4E559AE-1F3A-4642-9EB2-2404AE6AF3C8}" destId="{71BE9CE7-7849-401A-8A57-2F63CC916458}" srcOrd="3" destOrd="0" presId="urn:microsoft.com/office/officeart/2018/5/layout/IconCircleLabelList"/>
    <dgm:cxn modelId="{6B89940F-770A-47CB-82D3-9B1305B22F53}" type="presParOf" srcId="{24CE20D1-CE7C-43A1-8169-CCAD32BCD916}" destId="{BA020007-3A33-4DAD-A9F5-2EFDC1A789B1}" srcOrd="3" destOrd="0" presId="urn:microsoft.com/office/officeart/2018/5/layout/IconCircleLabelList"/>
    <dgm:cxn modelId="{82DEA310-4A3D-4E85-9F4D-294AB51E1BAB}" type="presParOf" srcId="{24CE20D1-CE7C-43A1-8169-CCAD32BCD916}" destId="{BD8A837B-512A-4208-9664-710EC13D07E3}" srcOrd="4" destOrd="0" presId="urn:microsoft.com/office/officeart/2018/5/layout/IconCircleLabelList"/>
    <dgm:cxn modelId="{EAA84DB7-0129-4955-8353-DB6BD5DAEF61}" type="presParOf" srcId="{BD8A837B-512A-4208-9664-710EC13D07E3}" destId="{1C2F5266-BC15-4C03-9F47-31A38C521147}" srcOrd="0" destOrd="0" presId="urn:microsoft.com/office/officeart/2018/5/layout/IconCircleLabelList"/>
    <dgm:cxn modelId="{D0C21AF6-EE96-4682-8FCE-7FAD5B99D2CE}" type="presParOf" srcId="{BD8A837B-512A-4208-9664-710EC13D07E3}" destId="{22A53A7D-FE3C-40CA-942A-F66549422A7E}" srcOrd="1" destOrd="0" presId="urn:microsoft.com/office/officeart/2018/5/layout/IconCircleLabelList"/>
    <dgm:cxn modelId="{CEBD9BDA-DEB8-4F47-8922-7379D0522340}" type="presParOf" srcId="{BD8A837B-512A-4208-9664-710EC13D07E3}" destId="{39876FC9-8C83-4481-950E-8103D3878488}" srcOrd="2" destOrd="0" presId="urn:microsoft.com/office/officeart/2018/5/layout/IconCircleLabelList"/>
    <dgm:cxn modelId="{AE6C16B6-411A-441D-A263-5FCD4AA9201C}" type="presParOf" srcId="{BD8A837B-512A-4208-9664-710EC13D07E3}" destId="{12BE00DD-22E4-4CBD-BF74-85105C15C90D}" srcOrd="3" destOrd="0" presId="urn:microsoft.com/office/officeart/2018/5/layout/IconCircleLabelList"/>
    <dgm:cxn modelId="{DB66006E-A013-446C-A080-B6A11C7B2B74}" type="presParOf" srcId="{24CE20D1-CE7C-43A1-8169-CCAD32BCD916}" destId="{3A6730D8-E5A7-4DA9-A268-0ED166EA45EB}" srcOrd="5" destOrd="0" presId="urn:microsoft.com/office/officeart/2018/5/layout/IconCircleLabelList"/>
    <dgm:cxn modelId="{5E108660-AF8E-4FB3-A097-2363825D0C0C}" type="presParOf" srcId="{24CE20D1-CE7C-43A1-8169-CCAD32BCD916}" destId="{D6C1689A-50B6-472D-9C6A-98175FBFF565}" srcOrd="6" destOrd="0" presId="urn:microsoft.com/office/officeart/2018/5/layout/IconCircleLabelList"/>
    <dgm:cxn modelId="{869777ED-F95A-4388-A0A1-B7EA3C265135}" type="presParOf" srcId="{D6C1689A-50B6-472D-9C6A-98175FBFF565}" destId="{AE5A6A5D-FCEF-48B7-A58D-EC165F89CCA7}" srcOrd="0" destOrd="0" presId="urn:microsoft.com/office/officeart/2018/5/layout/IconCircleLabelList"/>
    <dgm:cxn modelId="{AA79E432-CABE-40A5-A314-E73495CF4811}" type="presParOf" srcId="{D6C1689A-50B6-472D-9C6A-98175FBFF565}" destId="{606382B5-D069-4A55-B337-687DC4FE4363}" srcOrd="1" destOrd="0" presId="urn:microsoft.com/office/officeart/2018/5/layout/IconCircleLabelList"/>
    <dgm:cxn modelId="{6B12F95F-4964-4C5E-BBFD-A4E33D1D3E98}" type="presParOf" srcId="{D6C1689A-50B6-472D-9C6A-98175FBFF565}" destId="{805634DF-2402-4D8A-A104-E8EADAD4C697}" srcOrd="2" destOrd="0" presId="urn:microsoft.com/office/officeart/2018/5/layout/IconCircleLabelList"/>
    <dgm:cxn modelId="{F0F19D6C-9722-4217-B639-39882EB2B87C}" type="presParOf" srcId="{D6C1689A-50B6-472D-9C6A-98175FBFF565}" destId="{B4E727E1-3605-4EB2-BBCB-A8975F86B9FF}" srcOrd="3" destOrd="0" presId="urn:microsoft.com/office/officeart/2018/5/layout/IconCircleLabelList"/>
    <dgm:cxn modelId="{BF84FCC4-35B0-4F05-B566-986D1AAC8246}" type="presParOf" srcId="{24CE20D1-CE7C-43A1-8169-CCAD32BCD916}" destId="{9A384B55-703F-40ED-9810-C0811D99E6B9}" srcOrd="7" destOrd="0" presId="urn:microsoft.com/office/officeart/2018/5/layout/IconCircleLabelList"/>
    <dgm:cxn modelId="{49ECB5C7-28A7-4017-9178-57FA79FA8434}" type="presParOf" srcId="{24CE20D1-CE7C-43A1-8169-CCAD32BCD916}" destId="{5E377F73-0E1B-47A5-AD2B-74E85072B4D0}" srcOrd="8" destOrd="0" presId="urn:microsoft.com/office/officeart/2018/5/layout/IconCircleLabelList"/>
    <dgm:cxn modelId="{6F3B9F9C-845D-4D7C-AAB3-9C6134EFEED4}" type="presParOf" srcId="{5E377F73-0E1B-47A5-AD2B-74E85072B4D0}" destId="{2FE537DF-39BE-4EF1-AE9D-9823EB3E359B}" srcOrd="0" destOrd="0" presId="urn:microsoft.com/office/officeart/2018/5/layout/IconCircleLabelList"/>
    <dgm:cxn modelId="{8B244D3C-691A-40E8-BBB7-056B12D1F3E2}" type="presParOf" srcId="{5E377F73-0E1B-47A5-AD2B-74E85072B4D0}" destId="{E1BA3A82-5E36-40BB-83B9-37F60FAAB8E0}" srcOrd="1" destOrd="0" presId="urn:microsoft.com/office/officeart/2018/5/layout/IconCircleLabelList"/>
    <dgm:cxn modelId="{A6EAA208-55D1-4974-84A0-137FB44B97B0}" type="presParOf" srcId="{5E377F73-0E1B-47A5-AD2B-74E85072B4D0}" destId="{71A7AEF7-1549-4EB1-AF8B-5FF2970A8EA6}" srcOrd="2" destOrd="0" presId="urn:microsoft.com/office/officeart/2018/5/layout/IconCircleLabelList"/>
    <dgm:cxn modelId="{BC42F1EE-847A-4F7E-8B00-339961C28689}" type="presParOf" srcId="{5E377F73-0E1B-47A5-AD2B-74E85072B4D0}" destId="{1A76F5B0-4717-44DD-AB68-F43A34755323}" srcOrd="3" destOrd="0" presId="urn:microsoft.com/office/officeart/2018/5/layout/IconCircleLabelList"/>
    <dgm:cxn modelId="{CA48A5FF-128E-4EB1-B880-023402ABD067}" type="presParOf" srcId="{24CE20D1-CE7C-43A1-8169-CCAD32BCD916}" destId="{893D6A91-3959-495D-92FF-2D26191F286E}" srcOrd="9" destOrd="0" presId="urn:microsoft.com/office/officeart/2018/5/layout/IconCircleLabelList"/>
    <dgm:cxn modelId="{76A61016-703F-4FA3-98CB-77AF17DFD79D}" type="presParOf" srcId="{24CE20D1-CE7C-43A1-8169-CCAD32BCD916}" destId="{401986D7-2F99-4727-8595-F91196A70021}" srcOrd="10" destOrd="0" presId="urn:microsoft.com/office/officeart/2018/5/layout/IconCircleLabelList"/>
    <dgm:cxn modelId="{39CECDE0-CCE2-457D-94A6-F85583CE9D2B}" type="presParOf" srcId="{401986D7-2F99-4727-8595-F91196A70021}" destId="{90355DA7-6399-40CE-BB5B-EDC2DF0DD7CD}" srcOrd="0" destOrd="0" presId="urn:microsoft.com/office/officeart/2018/5/layout/IconCircleLabelList"/>
    <dgm:cxn modelId="{0C7AC4D4-C889-412E-91A0-C7161EB2E6B3}" type="presParOf" srcId="{401986D7-2F99-4727-8595-F91196A70021}" destId="{F54DD9BD-B360-442C-B7AB-51ED1BD40C90}" srcOrd="1" destOrd="0" presId="urn:microsoft.com/office/officeart/2018/5/layout/IconCircleLabelList"/>
    <dgm:cxn modelId="{A20D81A2-0DD2-4834-8871-5AE38862DCAD}" type="presParOf" srcId="{401986D7-2F99-4727-8595-F91196A70021}" destId="{593C99B4-B259-4A2A-A339-3ECBE24EE907}" srcOrd="2" destOrd="0" presId="urn:microsoft.com/office/officeart/2018/5/layout/IconCircleLabelList"/>
    <dgm:cxn modelId="{058DC62C-22CA-449D-BA75-BBAB1B8A7146}" type="presParOf" srcId="{401986D7-2F99-4727-8595-F91196A70021}" destId="{368BD718-9849-4581-83B1-57A5E00EA14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C7CFCF0-B71E-4257-A43E-138F183124E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B8FC40B-9CE6-4EFA-BCBA-BDDE389CD0DD}">
      <dgm:prSet/>
      <dgm:spPr/>
      <dgm:t>
        <a:bodyPr/>
        <a:lstStyle/>
        <a:p>
          <a:r>
            <a:rPr lang="en-US"/>
            <a:t>Performance depends on dataset diversity.</a:t>
          </a:r>
        </a:p>
      </dgm:t>
    </dgm:pt>
    <dgm:pt modelId="{B067E794-23B3-44C0-9C83-945FB196A9DE}" type="parTrans" cxnId="{89DBFFD9-4414-4E12-9570-7FA992FDE772}">
      <dgm:prSet/>
      <dgm:spPr/>
      <dgm:t>
        <a:bodyPr/>
        <a:lstStyle/>
        <a:p>
          <a:endParaRPr lang="en-US"/>
        </a:p>
      </dgm:t>
    </dgm:pt>
    <dgm:pt modelId="{64D0500F-38A2-430A-8CC5-66D9E3297E02}" type="sibTrans" cxnId="{89DBFFD9-4414-4E12-9570-7FA992FDE772}">
      <dgm:prSet/>
      <dgm:spPr/>
      <dgm:t>
        <a:bodyPr/>
        <a:lstStyle/>
        <a:p>
          <a:endParaRPr lang="en-US"/>
        </a:p>
      </dgm:t>
    </dgm:pt>
    <dgm:pt modelId="{D21E5A4E-6C5F-4580-BEBB-8E90FC55E384}">
      <dgm:prSet/>
      <dgm:spPr/>
      <dgm:t>
        <a:bodyPr/>
        <a:lstStyle/>
        <a:p>
          <a:r>
            <a:rPr lang="en-US"/>
            <a:t>Reduced accuracy in extreme conditions.</a:t>
          </a:r>
        </a:p>
      </dgm:t>
    </dgm:pt>
    <dgm:pt modelId="{ECED40DD-1DDF-4372-A56C-022958D8CB07}" type="parTrans" cxnId="{4A84ED51-4B63-46F4-AB02-DEB0FE03ABF6}">
      <dgm:prSet/>
      <dgm:spPr/>
      <dgm:t>
        <a:bodyPr/>
        <a:lstStyle/>
        <a:p>
          <a:endParaRPr lang="en-US"/>
        </a:p>
      </dgm:t>
    </dgm:pt>
    <dgm:pt modelId="{E56BD1B8-2429-400D-BC98-4E8C29CBEAAC}" type="sibTrans" cxnId="{4A84ED51-4B63-46F4-AB02-DEB0FE03ABF6}">
      <dgm:prSet/>
      <dgm:spPr/>
      <dgm:t>
        <a:bodyPr/>
        <a:lstStyle/>
        <a:p>
          <a:endParaRPr lang="en-US"/>
        </a:p>
      </dgm:t>
    </dgm:pt>
    <dgm:pt modelId="{E64573E7-05F8-467D-8818-3693904B852F}">
      <dgm:prSet/>
      <dgm:spPr/>
      <dgm:t>
        <a:bodyPr/>
        <a:lstStyle/>
        <a:p>
          <a:r>
            <a:rPr lang="en-US"/>
            <a:t>Only binary classification used.</a:t>
          </a:r>
        </a:p>
      </dgm:t>
    </dgm:pt>
    <dgm:pt modelId="{970C2559-7F78-4D07-B4E0-AD2F512C873B}" type="parTrans" cxnId="{B73A974B-8F57-4471-BF79-9816E11E1BFA}">
      <dgm:prSet/>
      <dgm:spPr/>
      <dgm:t>
        <a:bodyPr/>
        <a:lstStyle/>
        <a:p>
          <a:endParaRPr lang="en-US"/>
        </a:p>
      </dgm:t>
    </dgm:pt>
    <dgm:pt modelId="{53E85774-A46C-4F0E-8F29-1D4F3936387E}" type="sibTrans" cxnId="{B73A974B-8F57-4471-BF79-9816E11E1BFA}">
      <dgm:prSet/>
      <dgm:spPr/>
      <dgm:t>
        <a:bodyPr/>
        <a:lstStyle/>
        <a:p>
          <a:endParaRPr lang="en-US"/>
        </a:p>
      </dgm:t>
    </dgm:pt>
    <dgm:pt modelId="{B053CBFA-3790-4719-92BC-71477A702C85}">
      <dgm:prSet/>
      <dgm:spPr/>
      <dgm:t>
        <a:bodyPr/>
        <a:lstStyle/>
        <a:p>
          <a:r>
            <a:rPr lang="en-US"/>
            <a:t>No real-world deployment testing.</a:t>
          </a:r>
        </a:p>
      </dgm:t>
    </dgm:pt>
    <dgm:pt modelId="{FEAB9109-151A-4FF4-8740-C1534800B768}" type="parTrans" cxnId="{9BA35CB2-19CA-4AE4-81A8-53EAE20997F7}">
      <dgm:prSet/>
      <dgm:spPr/>
      <dgm:t>
        <a:bodyPr/>
        <a:lstStyle/>
        <a:p>
          <a:endParaRPr lang="en-US"/>
        </a:p>
      </dgm:t>
    </dgm:pt>
    <dgm:pt modelId="{266FA30D-60B0-4E4B-82E4-D30BED62221F}" type="sibTrans" cxnId="{9BA35CB2-19CA-4AE4-81A8-53EAE20997F7}">
      <dgm:prSet/>
      <dgm:spPr/>
      <dgm:t>
        <a:bodyPr/>
        <a:lstStyle/>
        <a:p>
          <a:endParaRPr lang="en-US"/>
        </a:p>
      </dgm:t>
    </dgm:pt>
    <dgm:pt modelId="{F8F6AF9C-7CC9-4636-8AC8-E796BE6FF74A}" type="pres">
      <dgm:prSet presAssocID="{2C7CFCF0-B71E-4257-A43E-138F183124E6}" presName="root" presStyleCnt="0">
        <dgm:presLayoutVars>
          <dgm:dir/>
          <dgm:resizeHandles val="exact"/>
        </dgm:presLayoutVars>
      </dgm:prSet>
      <dgm:spPr/>
    </dgm:pt>
    <dgm:pt modelId="{FBBE92D0-B041-454A-A6AA-13286F2F6E5D}" type="pres">
      <dgm:prSet presAssocID="{5B8FC40B-9CE6-4EFA-BCBA-BDDE389CD0DD}" presName="compNode" presStyleCnt="0"/>
      <dgm:spPr/>
    </dgm:pt>
    <dgm:pt modelId="{E9983642-49FB-42F2-9653-28C14110E3AF}" type="pres">
      <dgm:prSet presAssocID="{5B8FC40B-9CE6-4EFA-BCBA-BDDE389CD0D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53BBC7B-C1FD-4E18-8E2A-E4177D62E202}" type="pres">
      <dgm:prSet presAssocID="{5B8FC40B-9CE6-4EFA-BCBA-BDDE389CD0DD}" presName="spaceRect" presStyleCnt="0"/>
      <dgm:spPr/>
    </dgm:pt>
    <dgm:pt modelId="{430398A3-B1D0-4869-AA08-738DBD32C5EC}" type="pres">
      <dgm:prSet presAssocID="{5B8FC40B-9CE6-4EFA-BCBA-BDDE389CD0DD}" presName="textRect" presStyleLbl="revTx" presStyleIdx="0" presStyleCnt="4">
        <dgm:presLayoutVars>
          <dgm:chMax val="1"/>
          <dgm:chPref val="1"/>
        </dgm:presLayoutVars>
      </dgm:prSet>
      <dgm:spPr/>
    </dgm:pt>
    <dgm:pt modelId="{447D0AA6-97E8-4D87-B1FA-DF53EA87064B}" type="pres">
      <dgm:prSet presAssocID="{64D0500F-38A2-430A-8CC5-66D9E3297E02}" presName="sibTrans" presStyleCnt="0"/>
      <dgm:spPr/>
    </dgm:pt>
    <dgm:pt modelId="{68E8941B-4EBB-4AFB-B005-00190E88EF4D}" type="pres">
      <dgm:prSet presAssocID="{D21E5A4E-6C5F-4580-BEBB-8E90FC55E384}" presName="compNode" presStyleCnt="0"/>
      <dgm:spPr/>
    </dgm:pt>
    <dgm:pt modelId="{38D570F6-4E3E-46EB-8F44-1F916DCB0C84}" type="pres">
      <dgm:prSet presAssocID="{D21E5A4E-6C5F-4580-BEBB-8E90FC55E38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500AD272-131D-413E-B999-A0F0E09CF69C}" type="pres">
      <dgm:prSet presAssocID="{D21E5A4E-6C5F-4580-BEBB-8E90FC55E384}" presName="spaceRect" presStyleCnt="0"/>
      <dgm:spPr/>
    </dgm:pt>
    <dgm:pt modelId="{C385844C-0265-4F87-BA0E-96420877499C}" type="pres">
      <dgm:prSet presAssocID="{D21E5A4E-6C5F-4580-BEBB-8E90FC55E384}" presName="textRect" presStyleLbl="revTx" presStyleIdx="1" presStyleCnt="4">
        <dgm:presLayoutVars>
          <dgm:chMax val="1"/>
          <dgm:chPref val="1"/>
        </dgm:presLayoutVars>
      </dgm:prSet>
      <dgm:spPr/>
    </dgm:pt>
    <dgm:pt modelId="{C22DF76C-40FF-4182-98BD-DF8D44DC6594}" type="pres">
      <dgm:prSet presAssocID="{E56BD1B8-2429-400D-BC98-4E8C29CBEAAC}" presName="sibTrans" presStyleCnt="0"/>
      <dgm:spPr/>
    </dgm:pt>
    <dgm:pt modelId="{8B45C431-605C-4043-B2E3-C9AB9A27EAD9}" type="pres">
      <dgm:prSet presAssocID="{E64573E7-05F8-467D-8818-3693904B852F}" presName="compNode" presStyleCnt="0"/>
      <dgm:spPr/>
    </dgm:pt>
    <dgm:pt modelId="{7BF8CBCF-B15A-4250-9324-7B5060314A74}" type="pres">
      <dgm:prSet presAssocID="{E64573E7-05F8-467D-8818-3693904B852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17862D9-1218-415B-8326-1040644338D7}" type="pres">
      <dgm:prSet presAssocID="{E64573E7-05F8-467D-8818-3693904B852F}" presName="spaceRect" presStyleCnt="0"/>
      <dgm:spPr/>
    </dgm:pt>
    <dgm:pt modelId="{006D1256-23FA-4E30-A076-77ECD36ED957}" type="pres">
      <dgm:prSet presAssocID="{E64573E7-05F8-467D-8818-3693904B852F}" presName="textRect" presStyleLbl="revTx" presStyleIdx="2" presStyleCnt="4">
        <dgm:presLayoutVars>
          <dgm:chMax val="1"/>
          <dgm:chPref val="1"/>
        </dgm:presLayoutVars>
      </dgm:prSet>
      <dgm:spPr/>
    </dgm:pt>
    <dgm:pt modelId="{20DE07BF-48B5-434F-B970-D21EC0AC8B49}" type="pres">
      <dgm:prSet presAssocID="{53E85774-A46C-4F0E-8F29-1D4F3936387E}" presName="sibTrans" presStyleCnt="0"/>
      <dgm:spPr/>
    </dgm:pt>
    <dgm:pt modelId="{FDC11D80-C99E-4DDB-99B2-5D8F81657AD6}" type="pres">
      <dgm:prSet presAssocID="{B053CBFA-3790-4719-92BC-71477A702C85}" presName="compNode" presStyleCnt="0"/>
      <dgm:spPr/>
    </dgm:pt>
    <dgm:pt modelId="{0B8DFDC5-99B9-4490-B7BD-A29281FF539E}" type="pres">
      <dgm:prSet presAssocID="{B053CBFA-3790-4719-92BC-71477A702C8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A689122-C424-444B-85E5-A616CB04E5BC}" type="pres">
      <dgm:prSet presAssocID="{B053CBFA-3790-4719-92BC-71477A702C85}" presName="spaceRect" presStyleCnt="0"/>
      <dgm:spPr/>
    </dgm:pt>
    <dgm:pt modelId="{41FDBA44-8FBE-4CB5-9F32-DE2DB08A4773}" type="pres">
      <dgm:prSet presAssocID="{B053CBFA-3790-4719-92BC-71477A702C8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706E18-1DF2-4F30-933B-DD051B77B17A}" type="presOf" srcId="{E64573E7-05F8-467D-8818-3693904B852F}" destId="{006D1256-23FA-4E30-A076-77ECD36ED957}" srcOrd="0" destOrd="0" presId="urn:microsoft.com/office/officeart/2018/2/layout/IconLabelList"/>
    <dgm:cxn modelId="{B73A974B-8F57-4471-BF79-9816E11E1BFA}" srcId="{2C7CFCF0-B71E-4257-A43E-138F183124E6}" destId="{E64573E7-05F8-467D-8818-3693904B852F}" srcOrd="2" destOrd="0" parTransId="{970C2559-7F78-4D07-B4E0-AD2F512C873B}" sibTransId="{53E85774-A46C-4F0E-8F29-1D4F3936387E}"/>
    <dgm:cxn modelId="{4A84ED51-4B63-46F4-AB02-DEB0FE03ABF6}" srcId="{2C7CFCF0-B71E-4257-A43E-138F183124E6}" destId="{D21E5A4E-6C5F-4580-BEBB-8E90FC55E384}" srcOrd="1" destOrd="0" parTransId="{ECED40DD-1DDF-4372-A56C-022958D8CB07}" sibTransId="{E56BD1B8-2429-400D-BC98-4E8C29CBEAAC}"/>
    <dgm:cxn modelId="{911AED7B-36E3-451E-8429-7EDAA8F9E0AB}" type="presOf" srcId="{5B8FC40B-9CE6-4EFA-BCBA-BDDE389CD0DD}" destId="{430398A3-B1D0-4869-AA08-738DBD32C5EC}" srcOrd="0" destOrd="0" presId="urn:microsoft.com/office/officeart/2018/2/layout/IconLabelList"/>
    <dgm:cxn modelId="{F25B4F8E-07B0-4DEE-9FE9-8F7121B81974}" type="presOf" srcId="{2C7CFCF0-B71E-4257-A43E-138F183124E6}" destId="{F8F6AF9C-7CC9-4636-8AC8-E796BE6FF74A}" srcOrd="0" destOrd="0" presId="urn:microsoft.com/office/officeart/2018/2/layout/IconLabelList"/>
    <dgm:cxn modelId="{AF95F490-46A5-4884-98D7-E8CE96832805}" type="presOf" srcId="{B053CBFA-3790-4719-92BC-71477A702C85}" destId="{41FDBA44-8FBE-4CB5-9F32-DE2DB08A4773}" srcOrd="0" destOrd="0" presId="urn:microsoft.com/office/officeart/2018/2/layout/IconLabelList"/>
    <dgm:cxn modelId="{47B7ABAC-2507-4B6C-9FE7-596C610E2289}" type="presOf" srcId="{D21E5A4E-6C5F-4580-BEBB-8E90FC55E384}" destId="{C385844C-0265-4F87-BA0E-96420877499C}" srcOrd="0" destOrd="0" presId="urn:microsoft.com/office/officeart/2018/2/layout/IconLabelList"/>
    <dgm:cxn modelId="{9BA35CB2-19CA-4AE4-81A8-53EAE20997F7}" srcId="{2C7CFCF0-B71E-4257-A43E-138F183124E6}" destId="{B053CBFA-3790-4719-92BC-71477A702C85}" srcOrd="3" destOrd="0" parTransId="{FEAB9109-151A-4FF4-8740-C1534800B768}" sibTransId="{266FA30D-60B0-4E4B-82E4-D30BED62221F}"/>
    <dgm:cxn modelId="{89DBFFD9-4414-4E12-9570-7FA992FDE772}" srcId="{2C7CFCF0-B71E-4257-A43E-138F183124E6}" destId="{5B8FC40B-9CE6-4EFA-BCBA-BDDE389CD0DD}" srcOrd="0" destOrd="0" parTransId="{B067E794-23B3-44C0-9C83-945FB196A9DE}" sibTransId="{64D0500F-38A2-430A-8CC5-66D9E3297E02}"/>
    <dgm:cxn modelId="{774B6BD5-F6D5-4DBD-A3A2-546041A3B2F0}" type="presParOf" srcId="{F8F6AF9C-7CC9-4636-8AC8-E796BE6FF74A}" destId="{FBBE92D0-B041-454A-A6AA-13286F2F6E5D}" srcOrd="0" destOrd="0" presId="urn:microsoft.com/office/officeart/2018/2/layout/IconLabelList"/>
    <dgm:cxn modelId="{CD17B38F-BB2C-40BB-BA18-8E0F42726DF4}" type="presParOf" srcId="{FBBE92D0-B041-454A-A6AA-13286F2F6E5D}" destId="{E9983642-49FB-42F2-9653-28C14110E3AF}" srcOrd="0" destOrd="0" presId="urn:microsoft.com/office/officeart/2018/2/layout/IconLabelList"/>
    <dgm:cxn modelId="{13F11C9E-4FA4-46D4-8748-83AFB7A1CD5E}" type="presParOf" srcId="{FBBE92D0-B041-454A-A6AA-13286F2F6E5D}" destId="{853BBC7B-C1FD-4E18-8E2A-E4177D62E202}" srcOrd="1" destOrd="0" presId="urn:microsoft.com/office/officeart/2018/2/layout/IconLabelList"/>
    <dgm:cxn modelId="{8C328468-B89C-46A9-8962-8E97331E6590}" type="presParOf" srcId="{FBBE92D0-B041-454A-A6AA-13286F2F6E5D}" destId="{430398A3-B1D0-4869-AA08-738DBD32C5EC}" srcOrd="2" destOrd="0" presId="urn:microsoft.com/office/officeart/2018/2/layout/IconLabelList"/>
    <dgm:cxn modelId="{5CC0E78D-082A-48F7-BE2E-49078B1AB674}" type="presParOf" srcId="{F8F6AF9C-7CC9-4636-8AC8-E796BE6FF74A}" destId="{447D0AA6-97E8-4D87-B1FA-DF53EA87064B}" srcOrd="1" destOrd="0" presId="urn:microsoft.com/office/officeart/2018/2/layout/IconLabelList"/>
    <dgm:cxn modelId="{1108163B-D3D7-4627-8923-CCF71A7FE48E}" type="presParOf" srcId="{F8F6AF9C-7CC9-4636-8AC8-E796BE6FF74A}" destId="{68E8941B-4EBB-4AFB-B005-00190E88EF4D}" srcOrd="2" destOrd="0" presId="urn:microsoft.com/office/officeart/2018/2/layout/IconLabelList"/>
    <dgm:cxn modelId="{99DF7E5A-4A1B-4EFD-8ADA-A8E33A8179BD}" type="presParOf" srcId="{68E8941B-4EBB-4AFB-B005-00190E88EF4D}" destId="{38D570F6-4E3E-46EB-8F44-1F916DCB0C84}" srcOrd="0" destOrd="0" presId="urn:microsoft.com/office/officeart/2018/2/layout/IconLabelList"/>
    <dgm:cxn modelId="{B8D47101-F9A4-4CF0-9E3D-7B7B12E4C7CD}" type="presParOf" srcId="{68E8941B-4EBB-4AFB-B005-00190E88EF4D}" destId="{500AD272-131D-413E-B999-A0F0E09CF69C}" srcOrd="1" destOrd="0" presId="urn:microsoft.com/office/officeart/2018/2/layout/IconLabelList"/>
    <dgm:cxn modelId="{92FEF507-2CDE-4457-9908-E3E0C8DA5F83}" type="presParOf" srcId="{68E8941B-4EBB-4AFB-B005-00190E88EF4D}" destId="{C385844C-0265-4F87-BA0E-96420877499C}" srcOrd="2" destOrd="0" presId="urn:microsoft.com/office/officeart/2018/2/layout/IconLabelList"/>
    <dgm:cxn modelId="{F13668AB-4E4F-4973-8A82-0B7BA99E5554}" type="presParOf" srcId="{F8F6AF9C-7CC9-4636-8AC8-E796BE6FF74A}" destId="{C22DF76C-40FF-4182-98BD-DF8D44DC6594}" srcOrd="3" destOrd="0" presId="urn:microsoft.com/office/officeart/2018/2/layout/IconLabelList"/>
    <dgm:cxn modelId="{6DFECDE8-D78B-458C-B8B9-EF6A693001C0}" type="presParOf" srcId="{F8F6AF9C-7CC9-4636-8AC8-E796BE6FF74A}" destId="{8B45C431-605C-4043-B2E3-C9AB9A27EAD9}" srcOrd="4" destOrd="0" presId="urn:microsoft.com/office/officeart/2018/2/layout/IconLabelList"/>
    <dgm:cxn modelId="{DEF7CAD4-CA6B-4B8E-8C45-AD0AD7B08046}" type="presParOf" srcId="{8B45C431-605C-4043-B2E3-C9AB9A27EAD9}" destId="{7BF8CBCF-B15A-4250-9324-7B5060314A74}" srcOrd="0" destOrd="0" presId="urn:microsoft.com/office/officeart/2018/2/layout/IconLabelList"/>
    <dgm:cxn modelId="{ABC9A8AF-991B-4740-8DD1-BDA81C6896E2}" type="presParOf" srcId="{8B45C431-605C-4043-B2E3-C9AB9A27EAD9}" destId="{617862D9-1218-415B-8326-1040644338D7}" srcOrd="1" destOrd="0" presId="urn:microsoft.com/office/officeart/2018/2/layout/IconLabelList"/>
    <dgm:cxn modelId="{CBEAA611-8DB3-45F9-A2F6-FD8238C3C2A4}" type="presParOf" srcId="{8B45C431-605C-4043-B2E3-C9AB9A27EAD9}" destId="{006D1256-23FA-4E30-A076-77ECD36ED957}" srcOrd="2" destOrd="0" presId="urn:microsoft.com/office/officeart/2018/2/layout/IconLabelList"/>
    <dgm:cxn modelId="{1D86E46D-8878-4A5E-854C-C03D94E79180}" type="presParOf" srcId="{F8F6AF9C-7CC9-4636-8AC8-E796BE6FF74A}" destId="{20DE07BF-48B5-434F-B970-D21EC0AC8B49}" srcOrd="5" destOrd="0" presId="urn:microsoft.com/office/officeart/2018/2/layout/IconLabelList"/>
    <dgm:cxn modelId="{C807063E-0353-411F-B735-037360448D82}" type="presParOf" srcId="{F8F6AF9C-7CC9-4636-8AC8-E796BE6FF74A}" destId="{FDC11D80-C99E-4DDB-99B2-5D8F81657AD6}" srcOrd="6" destOrd="0" presId="urn:microsoft.com/office/officeart/2018/2/layout/IconLabelList"/>
    <dgm:cxn modelId="{1F0E6DB4-5FAE-4A8E-ABD8-7C982C259D34}" type="presParOf" srcId="{FDC11D80-C99E-4DDB-99B2-5D8F81657AD6}" destId="{0B8DFDC5-99B9-4490-B7BD-A29281FF539E}" srcOrd="0" destOrd="0" presId="urn:microsoft.com/office/officeart/2018/2/layout/IconLabelList"/>
    <dgm:cxn modelId="{3368E1F3-0A18-4147-A73D-30B058F11B31}" type="presParOf" srcId="{FDC11D80-C99E-4DDB-99B2-5D8F81657AD6}" destId="{BA689122-C424-444B-85E5-A616CB04E5BC}" srcOrd="1" destOrd="0" presId="urn:microsoft.com/office/officeart/2018/2/layout/IconLabelList"/>
    <dgm:cxn modelId="{CB035789-67B8-4FEB-8E38-AB4BA542AB8E}" type="presParOf" srcId="{FDC11D80-C99E-4DDB-99B2-5D8F81657AD6}" destId="{41FDBA44-8FBE-4CB5-9F32-DE2DB08A477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67E0D-6EC0-42FF-BE41-52D3F934D9ED}">
      <dsp:nvSpPr>
        <dsp:cNvPr id="0" name=""/>
        <dsp:cNvSpPr/>
      </dsp:nvSpPr>
      <dsp:spPr>
        <a:xfrm>
          <a:off x="1075061" y="345147"/>
          <a:ext cx="649423" cy="649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BE492-57FA-4983-95AD-3DFCE6F83FCC}">
      <dsp:nvSpPr>
        <dsp:cNvPr id="0" name=""/>
        <dsp:cNvSpPr/>
      </dsp:nvSpPr>
      <dsp:spPr>
        <a:xfrm>
          <a:off x="678191" y="1255651"/>
          <a:ext cx="1443164" cy="739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Drowsiness is difficult to detect early.</a:t>
          </a:r>
        </a:p>
      </dsp:txBody>
      <dsp:txXfrm>
        <a:off x="678191" y="1255651"/>
        <a:ext cx="1443164" cy="739621"/>
      </dsp:txXfrm>
    </dsp:sp>
    <dsp:sp modelId="{BB449952-753E-45CB-8890-93692D132BBB}">
      <dsp:nvSpPr>
        <dsp:cNvPr id="0" name=""/>
        <dsp:cNvSpPr/>
      </dsp:nvSpPr>
      <dsp:spPr>
        <a:xfrm>
          <a:off x="2770779" y="345147"/>
          <a:ext cx="649423" cy="6494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30325-DBF9-4B25-A3EE-4171D4274F21}">
      <dsp:nvSpPr>
        <dsp:cNvPr id="0" name=""/>
        <dsp:cNvSpPr/>
      </dsp:nvSpPr>
      <dsp:spPr>
        <a:xfrm>
          <a:off x="2373909" y="1255651"/>
          <a:ext cx="1443164" cy="739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Drivers may experience microsleep episodes.</a:t>
          </a:r>
        </a:p>
      </dsp:txBody>
      <dsp:txXfrm>
        <a:off x="2373909" y="1255651"/>
        <a:ext cx="1443164" cy="739621"/>
      </dsp:txXfrm>
    </dsp:sp>
    <dsp:sp modelId="{1D15ABAC-9DBA-415A-8C31-0666869BA4D0}">
      <dsp:nvSpPr>
        <dsp:cNvPr id="0" name=""/>
        <dsp:cNvSpPr/>
      </dsp:nvSpPr>
      <dsp:spPr>
        <a:xfrm>
          <a:off x="4466496" y="345147"/>
          <a:ext cx="649423" cy="6494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38EA5C-D086-43F8-A535-46F1C183E35B}">
      <dsp:nvSpPr>
        <dsp:cNvPr id="0" name=""/>
        <dsp:cNvSpPr/>
      </dsp:nvSpPr>
      <dsp:spPr>
        <a:xfrm>
          <a:off x="4069626" y="1255651"/>
          <a:ext cx="1443164" cy="739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Traditional systems fail to detect real-time fatigue.</a:t>
          </a:r>
        </a:p>
      </dsp:txBody>
      <dsp:txXfrm>
        <a:off x="4069626" y="1255651"/>
        <a:ext cx="1443164" cy="739621"/>
      </dsp:txXfrm>
    </dsp:sp>
    <dsp:sp modelId="{91396E55-C730-467C-AA56-E801C4BD08CB}">
      <dsp:nvSpPr>
        <dsp:cNvPr id="0" name=""/>
        <dsp:cNvSpPr/>
      </dsp:nvSpPr>
      <dsp:spPr>
        <a:xfrm>
          <a:off x="6162214" y="345147"/>
          <a:ext cx="649423" cy="6494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7451C-4403-422B-9B51-5930759CE573}">
      <dsp:nvSpPr>
        <dsp:cNvPr id="0" name=""/>
        <dsp:cNvSpPr/>
      </dsp:nvSpPr>
      <dsp:spPr>
        <a:xfrm>
          <a:off x="5765344" y="1255651"/>
          <a:ext cx="1443164" cy="739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Need for a fast and accurate detection system.</a:t>
          </a:r>
        </a:p>
      </dsp:txBody>
      <dsp:txXfrm>
        <a:off x="5765344" y="1255651"/>
        <a:ext cx="1443164" cy="739621"/>
      </dsp:txXfrm>
    </dsp:sp>
    <dsp:sp modelId="{96D94B9B-819C-4C77-8B64-D7AB282EA9BA}">
      <dsp:nvSpPr>
        <dsp:cNvPr id="0" name=""/>
        <dsp:cNvSpPr/>
      </dsp:nvSpPr>
      <dsp:spPr>
        <a:xfrm>
          <a:off x="3618638" y="2356064"/>
          <a:ext cx="649423" cy="6494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002BB-E862-4258-8184-06EF8227C466}">
      <dsp:nvSpPr>
        <dsp:cNvPr id="0" name=""/>
        <dsp:cNvSpPr/>
      </dsp:nvSpPr>
      <dsp:spPr>
        <a:xfrm>
          <a:off x="3221767" y="3266568"/>
          <a:ext cx="1443164" cy="739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Drivers may experience microsleep for a few seconds, which is enough to cause serious accidents. Detecting this in real-time is the main challenge.</a:t>
          </a:r>
          <a:endParaRPr lang="en-US" sz="1100" kern="1200"/>
        </a:p>
      </dsp:txBody>
      <dsp:txXfrm>
        <a:off x="3221767" y="3266568"/>
        <a:ext cx="1443164" cy="739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1E225-D949-4A4B-81EA-8BB5655FC4FF}">
      <dsp:nvSpPr>
        <dsp:cNvPr id="0" name=""/>
        <dsp:cNvSpPr/>
      </dsp:nvSpPr>
      <dsp:spPr>
        <a:xfrm>
          <a:off x="730648" y="200"/>
          <a:ext cx="947882" cy="9478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17EA5F-9728-4554-9D6B-028FA6214E0A}">
      <dsp:nvSpPr>
        <dsp:cNvPr id="0" name=""/>
        <dsp:cNvSpPr/>
      </dsp:nvSpPr>
      <dsp:spPr>
        <a:xfrm>
          <a:off x="932656" y="202208"/>
          <a:ext cx="543867" cy="5438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3FBC7D-4A5A-47D9-99E6-6170D8833BD3}">
      <dsp:nvSpPr>
        <dsp:cNvPr id="0" name=""/>
        <dsp:cNvSpPr/>
      </dsp:nvSpPr>
      <dsp:spPr>
        <a:xfrm>
          <a:off x="427637" y="1243325"/>
          <a:ext cx="1553906" cy="738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Physiological methods (EEG, ECG) are accurate but intrusive.</a:t>
          </a:r>
        </a:p>
      </dsp:txBody>
      <dsp:txXfrm>
        <a:off x="427637" y="1243325"/>
        <a:ext cx="1553906" cy="738105"/>
      </dsp:txXfrm>
    </dsp:sp>
    <dsp:sp modelId="{59692073-01D2-423A-AEC5-E790ACF92A1F}">
      <dsp:nvSpPr>
        <dsp:cNvPr id="0" name=""/>
        <dsp:cNvSpPr/>
      </dsp:nvSpPr>
      <dsp:spPr>
        <a:xfrm>
          <a:off x="2556488" y="200"/>
          <a:ext cx="947882" cy="9478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9C8C44-33DC-425C-AD95-6F52B3013C5B}">
      <dsp:nvSpPr>
        <dsp:cNvPr id="0" name=""/>
        <dsp:cNvSpPr/>
      </dsp:nvSpPr>
      <dsp:spPr>
        <a:xfrm>
          <a:off x="2758496" y="202208"/>
          <a:ext cx="543867" cy="5438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7924E-BD59-441D-8BD4-CF26A76213F8}">
      <dsp:nvSpPr>
        <dsp:cNvPr id="0" name=""/>
        <dsp:cNvSpPr/>
      </dsp:nvSpPr>
      <dsp:spPr>
        <a:xfrm>
          <a:off x="2253476" y="1243325"/>
          <a:ext cx="1553906" cy="738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Vehicle-based methods detect drowsiness too late.</a:t>
          </a:r>
        </a:p>
      </dsp:txBody>
      <dsp:txXfrm>
        <a:off x="2253476" y="1243325"/>
        <a:ext cx="1553906" cy="738105"/>
      </dsp:txXfrm>
    </dsp:sp>
    <dsp:sp modelId="{30158B4C-4583-453D-BEA9-132952F0348B}">
      <dsp:nvSpPr>
        <dsp:cNvPr id="0" name=""/>
        <dsp:cNvSpPr/>
      </dsp:nvSpPr>
      <dsp:spPr>
        <a:xfrm>
          <a:off x="4382328" y="200"/>
          <a:ext cx="947882" cy="9478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CD659A-13FA-4C65-B6ED-0F29A418254B}">
      <dsp:nvSpPr>
        <dsp:cNvPr id="0" name=""/>
        <dsp:cNvSpPr/>
      </dsp:nvSpPr>
      <dsp:spPr>
        <a:xfrm>
          <a:off x="4584336" y="202208"/>
          <a:ext cx="543867" cy="5438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59E189-98A0-4827-8C0A-B455AF0D12CA}">
      <dsp:nvSpPr>
        <dsp:cNvPr id="0" name=""/>
        <dsp:cNvSpPr/>
      </dsp:nvSpPr>
      <dsp:spPr>
        <a:xfrm>
          <a:off x="4079316" y="1243325"/>
          <a:ext cx="1553906" cy="738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CNN models provide high accuracy but require high computation.</a:t>
          </a:r>
        </a:p>
      </dsp:txBody>
      <dsp:txXfrm>
        <a:off x="4079316" y="1243325"/>
        <a:ext cx="1553906" cy="738105"/>
      </dsp:txXfrm>
    </dsp:sp>
    <dsp:sp modelId="{5770F998-0924-4A36-842F-4E16DCA06503}">
      <dsp:nvSpPr>
        <dsp:cNvPr id="0" name=""/>
        <dsp:cNvSpPr/>
      </dsp:nvSpPr>
      <dsp:spPr>
        <a:xfrm>
          <a:off x="6208168" y="200"/>
          <a:ext cx="947882" cy="9478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8A36B-BB5C-4C4A-B162-FF6BF3B315C5}">
      <dsp:nvSpPr>
        <dsp:cNvPr id="0" name=""/>
        <dsp:cNvSpPr/>
      </dsp:nvSpPr>
      <dsp:spPr>
        <a:xfrm>
          <a:off x="6410176" y="202208"/>
          <a:ext cx="543867" cy="54386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F1916-E896-41AD-A7C8-674890D1EAFF}">
      <dsp:nvSpPr>
        <dsp:cNvPr id="0" name=""/>
        <dsp:cNvSpPr/>
      </dsp:nvSpPr>
      <dsp:spPr>
        <a:xfrm>
          <a:off x="5905156" y="1243325"/>
          <a:ext cx="1553906" cy="738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Not suitable for real-time applications.</a:t>
          </a:r>
        </a:p>
      </dsp:txBody>
      <dsp:txXfrm>
        <a:off x="5905156" y="1243325"/>
        <a:ext cx="1553906" cy="738105"/>
      </dsp:txXfrm>
    </dsp:sp>
    <dsp:sp modelId="{F6DB6C55-C99F-44FE-AB4B-AE65C9D7C863}">
      <dsp:nvSpPr>
        <dsp:cNvPr id="0" name=""/>
        <dsp:cNvSpPr/>
      </dsp:nvSpPr>
      <dsp:spPr>
        <a:xfrm>
          <a:off x="3469408" y="2369907"/>
          <a:ext cx="947882" cy="947882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E918EB-F896-48DF-8851-5827103AEA69}">
      <dsp:nvSpPr>
        <dsp:cNvPr id="0" name=""/>
        <dsp:cNvSpPr/>
      </dsp:nvSpPr>
      <dsp:spPr>
        <a:xfrm>
          <a:off x="3671416" y="2571915"/>
          <a:ext cx="543867" cy="54386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4E02A-472F-4B12-982A-718B848ED39E}">
      <dsp:nvSpPr>
        <dsp:cNvPr id="0" name=""/>
        <dsp:cNvSpPr/>
      </dsp:nvSpPr>
      <dsp:spPr>
        <a:xfrm>
          <a:off x="3166396" y="3613032"/>
          <a:ext cx="1553906" cy="738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Although these methods exist, they are either intrusive, slow, or not suitable for real-time applications.</a:t>
          </a:r>
          <a:endParaRPr lang="en-US" sz="1100" kern="1200"/>
        </a:p>
      </dsp:txBody>
      <dsp:txXfrm>
        <a:off x="3166396" y="3613032"/>
        <a:ext cx="1553906" cy="7381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1DAE6-38D5-B148-BDE5-6090E3CE862D}">
      <dsp:nvSpPr>
        <dsp:cNvPr id="0" name=""/>
        <dsp:cNvSpPr/>
      </dsp:nvSpPr>
      <dsp:spPr>
        <a:xfrm>
          <a:off x="0" y="27286"/>
          <a:ext cx="7886700" cy="67532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Existing systems focus mainly on accuracy.</a:t>
          </a:r>
        </a:p>
      </dsp:txBody>
      <dsp:txXfrm>
        <a:off x="32967" y="60253"/>
        <a:ext cx="7820766" cy="609393"/>
      </dsp:txXfrm>
    </dsp:sp>
    <dsp:sp modelId="{093B8C28-17CE-A740-9279-19EF3DBBCF4B}">
      <dsp:nvSpPr>
        <dsp:cNvPr id="0" name=""/>
        <dsp:cNvSpPr/>
      </dsp:nvSpPr>
      <dsp:spPr>
        <a:xfrm>
          <a:off x="0" y="751573"/>
          <a:ext cx="7886700" cy="675327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Lack of optimization for real-time deployment.</a:t>
          </a:r>
        </a:p>
      </dsp:txBody>
      <dsp:txXfrm>
        <a:off x="32967" y="784540"/>
        <a:ext cx="7820766" cy="609393"/>
      </dsp:txXfrm>
    </dsp:sp>
    <dsp:sp modelId="{2A9EB601-54B5-3A40-BEAA-444270418C3D}">
      <dsp:nvSpPr>
        <dsp:cNvPr id="0" name=""/>
        <dsp:cNvSpPr/>
      </dsp:nvSpPr>
      <dsp:spPr>
        <a:xfrm>
          <a:off x="0" y="1475861"/>
          <a:ext cx="7886700" cy="675327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computational complexity.</a:t>
          </a:r>
        </a:p>
      </dsp:txBody>
      <dsp:txXfrm>
        <a:off x="32967" y="1508828"/>
        <a:ext cx="7820766" cy="609393"/>
      </dsp:txXfrm>
    </dsp:sp>
    <dsp:sp modelId="{E63F66A6-4FF9-BE46-AE50-B658E156369D}">
      <dsp:nvSpPr>
        <dsp:cNvPr id="0" name=""/>
        <dsp:cNvSpPr/>
      </dsp:nvSpPr>
      <dsp:spPr>
        <a:xfrm>
          <a:off x="0" y="2200149"/>
          <a:ext cx="7886700" cy="675327"/>
        </a:xfrm>
        <a:prstGeom prst="roundRect">
          <a:avLst/>
        </a:prstGeom>
        <a:solidFill>
          <a:schemeClr val="accent2">
            <a:hueOff val="2808912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Poor robustness under real-world conditions.</a:t>
          </a:r>
        </a:p>
      </dsp:txBody>
      <dsp:txXfrm>
        <a:off x="32967" y="2233116"/>
        <a:ext cx="7820766" cy="609393"/>
      </dsp:txXfrm>
    </dsp:sp>
    <dsp:sp modelId="{AC78B8CF-5925-404F-96DB-89FEB838208C}">
      <dsp:nvSpPr>
        <dsp:cNvPr id="0" name=""/>
        <dsp:cNvSpPr/>
      </dsp:nvSpPr>
      <dsp:spPr>
        <a:xfrm>
          <a:off x="0" y="2924436"/>
          <a:ext cx="7886700" cy="675327"/>
        </a:xfrm>
        <a:prstGeom prst="roundRect">
          <a:avLst/>
        </a:prstGeom>
        <a:solidFill>
          <a:schemeClr val="accent2">
            <a:hueOff val="3745216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project addresses these limitations.</a:t>
          </a:r>
        </a:p>
      </dsp:txBody>
      <dsp:txXfrm>
        <a:off x="32967" y="2957403"/>
        <a:ext cx="7820766" cy="609393"/>
      </dsp:txXfrm>
    </dsp:sp>
    <dsp:sp modelId="{505D57B9-3892-3247-8F91-B791396603D0}">
      <dsp:nvSpPr>
        <dsp:cNvPr id="0" name=""/>
        <dsp:cNvSpPr/>
      </dsp:nvSpPr>
      <dsp:spPr>
        <a:xfrm>
          <a:off x="0" y="3648724"/>
          <a:ext cx="7886700" cy="675327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Existing systems focus mainly on accuracy but ignore real-time performance and efficiency. This project addresses that gap.</a:t>
          </a:r>
          <a:endParaRPr lang="en-US" sz="1700" kern="1200"/>
        </a:p>
      </dsp:txBody>
      <dsp:txXfrm>
        <a:off x="32967" y="3681691"/>
        <a:ext cx="7820766" cy="6093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06305-9CA7-4484-9D1A-7437F1835B9C}">
      <dsp:nvSpPr>
        <dsp:cNvPr id="0" name=""/>
        <dsp:cNvSpPr/>
      </dsp:nvSpPr>
      <dsp:spPr>
        <a:xfrm>
          <a:off x="0" y="4366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D7780-0BF4-43B5-8C6D-21B0BBA70EE3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70544-66F7-49D1-BEE9-FCF8D3AF5966}">
      <dsp:nvSpPr>
        <dsp:cNvPr id="0" name=""/>
        <dsp:cNvSpPr/>
      </dsp:nvSpPr>
      <dsp:spPr>
        <a:xfrm>
          <a:off x="1074268" y="4366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YOLO-based deep learning model.</a:t>
          </a:r>
        </a:p>
      </dsp:txBody>
      <dsp:txXfrm>
        <a:off x="1074268" y="4366"/>
        <a:ext cx="3609680" cy="930102"/>
      </dsp:txXfrm>
    </dsp:sp>
    <dsp:sp modelId="{CB263BB9-45FB-425F-881E-8AF1AD99676D}">
      <dsp:nvSpPr>
        <dsp:cNvPr id="0" name=""/>
        <dsp:cNvSpPr/>
      </dsp:nvSpPr>
      <dsp:spPr>
        <a:xfrm>
          <a:off x="0" y="1166994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15D887-343C-46DE-B6B0-9C35EBF69995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9CD036-7936-42FD-BD66-DA9EE2D906AA}">
      <dsp:nvSpPr>
        <dsp:cNvPr id="0" name=""/>
        <dsp:cNvSpPr/>
      </dsp:nvSpPr>
      <dsp:spPr>
        <a:xfrm>
          <a:off x="1074268" y="1166994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Detects driver state as Normal or Drowsy.</a:t>
          </a:r>
        </a:p>
      </dsp:txBody>
      <dsp:txXfrm>
        <a:off x="1074268" y="1166994"/>
        <a:ext cx="3609680" cy="930102"/>
      </dsp:txXfrm>
    </dsp:sp>
    <dsp:sp modelId="{7F7993EB-A9BF-4921-9728-BB7F19174043}">
      <dsp:nvSpPr>
        <dsp:cNvPr id="0" name=""/>
        <dsp:cNvSpPr/>
      </dsp:nvSpPr>
      <dsp:spPr>
        <a:xfrm>
          <a:off x="0" y="2329622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A22B7-5895-4B4A-B786-F5381C51B123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FFAA7-1EC8-464E-8BF0-5A1C9354413B}">
      <dsp:nvSpPr>
        <dsp:cNvPr id="0" name=""/>
        <dsp:cNvSpPr/>
      </dsp:nvSpPr>
      <dsp:spPr>
        <a:xfrm>
          <a:off x="1074268" y="2329622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Performs detection in real time.</a:t>
          </a:r>
        </a:p>
      </dsp:txBody>
      <dsp:txXfrm>
        <a:off x="1074268" y="2329622"/>
        <a:ext cx="3609680" cy="930102"/>
      </dsp:txXfrm>
    </dsp:sp>
    <dsp:sp modelId="{7C635225-6179-4CEC-ACF6-94B19AEC6E29}">
      <dsp:nvSpPr>
        <dsp:cNvPr id="0" name=""/>
        <dsp:cNvSpPr/>
      </dsp:nvSpPr>
      <dsp:spPr>
        <a:xfrm>
          <a:off x="0" y="3492250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5E353-13E9-4861-BEEF-7FD07414106A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12DF7-FB14-41FE-93C2-FCC78871F869}">
      <dsp:nvSpPr>
        <dsp:cNvPr id="0" name=""/>
        <dsp:cNvSpPr/>
      </dsp:nvSpPr>
      <dsp:spPr>
        <a:xfrm>
          <a:off x="1074268" y="3492250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Efficient and low-latency system.</a:t>
          </a:r>
        </a:p>
      </dsp:txBody>
      <dsp:txXfrm>
        <a:off x="1074268" y="3492250"/>
        <a:ext cx="3609680" cy="930102"/>
      </dsp:txXfrm>
    </dsp:sp>
    <dsp:sp modelId="{94E1DCCF-F5DF-491A-AA8B-49CE6539E262}">
      <dsp:nvSpPr>
        <dsp:cNvPr id="0" name=""/>
        <dsp:cNvSpPr/>
      </dsp:nvSpPr>
      <dsp:spPr>
        <a:xfrm>
          <a:off x="0" y="4654878"/>
          <a:ext cx="4683949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17FC0F-0A21-4C93-8A46-538D85F240A2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D1C08-2F8A-4E9D-8437-C23BD6A01F28}">
      <dsp:nvSpPr>
        <dsp:cNvPr id="0" name=""/>
        <dsp:cNvSpPr/>
      </dsp:nvSpPr>
      <dsp:spPr>
        <a:xfrm>
          <a:off x="1074268" y="4654878"/>
          <a:ext cx="3609680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The system uses YOLO to detect driver state directly from images in real time</a:t>
          </a:r>
          <a:endParaRPr lang="en-US" sz="1700" kern="1200"/>
        </a:p>
      </dsp:txBody>
      <dsp:txXfrm>
        <a:off x="1074268" y="4654878"/>
        <a:ext cx="3609680" cy="9301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104A3-FA42-48F5-9874-BECDC24DF9A4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D547AE-8635-4563-9100-FCA185455AE9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1BB0F-C618-4A88-8A52-A406652EE1EF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Python for implementation.</a:t>
          </a:r>
        </a:p>
      </dsp:txBody>
      <dsp:txXfrm>
        <a:off x="228784" y="1313725"/>
        <a:ext cx="1641796" cy="656718"/>
      </dsp:txXfrm>
    </dsp:sp>
    <dsp:sp modelId="{33FC8AF5-84D1-49F2-9E7E-46BB0887B2ED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B2239D-B129-4496-B58C-C849AD7FDBBC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E9CE7-7849-401A-8A57-2F63CC916458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OpenCV for real-time detection.</a:t>
          </a:r>
        </a:p>
      </dsp:txBody>
      <dsp:txXfrm>
        <a:off x="2157895" y="1313725"/>
        <a:ext cx="1641796" cy="656718"/>
      </dsp:txXfrm>
    </dsp:sp>
    <dsp:sp modelId="{1C2F5266-BC15-4C03-9F47-31A38C521147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53A7D-FE3C-40CA-942A-F66549422A7E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E00DD-22E4-4CBD-BF74-85105C15C90D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Ultralytics</a:t>
          </a:r>
          <a:r>
            <a:rPr lang="en-US" sz="1100" kern="1200" dirty="0"/>
            <a:t> YOLO 26 for model training.</a:t>
          </a:r>
        </a:p>
      </dsp:txBody>
      <dsp:txXfrm>
        <a:off x="4087007" y="1313725"/>
        <a:ext cx="1641796" cy="656718"/>
      </dsp:txXfrm>
    </dsp:sp>
    <dsp:sp modelId="{AE5A6A5D-FCEF-48B7-A58D-EC165F89CCA7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6382B5-D069-4A55-B337-687DC4FE4363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E727E1-3605-4EB2-BBCB-A8975F86B9FF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LabelMe for annotation.</a:t>
          </a:r>
        </a:p>
      </dsp:txBody>
      <dsp:txXfrm>
        <a:off x="6016118" y="1313725"/>
        <a:ext cx="1641796" cy="656718"/>
      </dsp:txXfrm>
    </dsp:sp>
    <dsp:sp modelId="{2FE537DF-39BE-4EF1-AE9D-9823EB3E359B}">
      <dsp:nvSpPr>
        <dsp:cNvPr id="0" name=""/>
        <dsp:cNvSpPr/>
      </dsp:nvSpPr>
      <dsp:spPr>
        <a:xfrm>
          <a:off x="2478046" y="2380893"/>
          <a:ext cx="1001496" cy="100149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BA3A82-5E36-40BB-83B9-37F60FAAB8E0}">
      <dsp:nvSpPr>
        <dsp:cNvPr id="0" name=""/>
        <dsp:cNvSpPr/>
      </dsp:nvSpPr>
      <dsp:spPr>
        <a:xfrm>
          <a:off x="269147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6F5B0-4717-44DD-AB68-F43A34755323}">
      <dsp:nvSpPr>
        <dsp:cNvPr id="0" name=""/>
        <dsp:cNvSpPr/>
      </dsp:nvSpPr>
      <dsp:spPr>
        <a:xfrm>
          <a:off x="215789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NumPy and Matplotlib for processing and visualization</a:t>
          </a:r>
          <a:r>
            <a:rPr lang="en-GB" sz="1100" kern="1200"/>
            <a:t>.</a:t>
          </a:r>
          <a:endParaRPr lang="en-US" sz="1100" kern="1200"/>
        </a:p>
      </dsp:txBody>
      <dsp:txXfrm>
        <a:off x="2157895" y="3694331"/>
        <a:ext cx="1641796" cy="656718"/>
      </dsp:txXfrm>
    </dsp:sp>
    <dsp:sp modelId="{90355DA7-6399-40CE-BB5B-EDC2DF0DD7CD}">
      <dsp:nvSpPr>
        <dsp:cNvPr id="0" name=""/>
        <dsp:cNvSpPr/>
      </dsp:nvSpPr>
      <dsp:spPr>
        <a:xfrm>
          <a:off x="4407157" y="2380893"/>
          <a:ext cx="1001496" cy="100149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DD9BD-B360-442C-B7AB-51ED1BD40C90}">
      <dsp:nvSpPr>
        <dsp:cNvPr id="0" name=""/>
        <dsp:cNvSpPr/>
      </dsp:nvSpPr>
      <dsp:spPr>
        <a:xfrm>
          <a:off x="462059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8BD718-9849-4581-83B1-57A5E00EA141}">
      <dsp:nvSpPr>
        <dsp:cNvPr id="0" name=""/>
        <dsp:cNvSpPr/>
      </dsp:nvSpPr>
      <dsp:spPr>
        <a:xfrm>
          <a:off x="408700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100" kern="1200"/>
            <a:t>These technologies together enable efficient model development and deployment</a:t>
          </a:r>
          <a:endParaRPr lang="en-US" sz="1100" kern="1200"/>
        </a:p>
      </dsp:txBody>
      <dsp:txXfrm>
        <a:off x="4087007" y="3694331"/>
        <a:ext cx="1641796" cy="6567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83642-49FB-42F2-9653-28C14110E3AF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398A3-B1D0-4869-AA08-738DBD32C5EC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Performance depends on dataset diversity.</a:t>
          </a:r>
        </a:p>
      </dsp:txBody>
      <dsp:txXfrm>
        <a:off x="2092" y="2349886"/>
        <a:ext cx="1741992" cy="696796"/>
      </dsp:txXfrm>
    </dsp:sp>
    <dsp:sp modelId="{38D570F6-4E3E-46EB-8F44-1F916DCB0C84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5844C-0265-4F87-BA0E-96420877499C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Reduced accuracy in extreme conditions.</a:t>
          </a:r>
        </a:p>
      </dsp:txBody>
      <dsp:txXfrm>
        <a:off x="2048933" y="2349886"/>
        <a:ext cx="1741992" cy="696796"/>
      </dsp:txXfrm>
    </dsp:sp>
    <dsp:sp modelId="{7BF8CBCF-B15A-4250-9324-7B5060314A74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D1256-23FA-4E30-A076-77ECD36ED957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Only binary classification used.</a:t>
          </a:r>
        </a:p>
      </dsp:txBody>
      <dsp:txXfrm>
        <a:off x="4095774" y="2349886"/>
        <a:ext cx="1741992" cy="696796"/>
      </dsp:txXfrm>
    </dsp:sp>
    <dsp:sp modelId="{0B8DFDC5-99B9-4490-B7BD-A29281FF539E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DBA44-8FBE-4CB5-9F32-DE2DB08A4773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 real-world deployment testing.</a:t>
          </a:r>
        </a:p>
      </dsp:txBody>
      <dsp:txXfrm>
        <a:off x="6142615" y="2349886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https://www.researchgate.net/publication/367136015/figure/fig2/AS%3A11431281181125957%401691890360265/Bounding-Box-representation-using-grid-cell-YOLO.jpg" TargetMode="Externa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 dirty="0">
                <a:solidFill>
                  <a:srgbClr val="FFFFFF"/>
                </a:solidFill>
              </a:rPr>
              <a:t>REAL-TIME DRIVER DROWSINESS DETECTION USING DEEP LEARNING</a:t>
            </a:r>
            <a:br>
              <a:rPr lang="en-GB" sz="3100" dirty="0">
                <a:solidFill>
                  <a:srgbClr val="FFFFFF"/>
                </a:solidFill>
              </a:rPr>
            </a:br>
            <a:endParaRPr lang="en-GB" sz="3100" dirty="0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2800" dirty="0"/>
              <a:t>NAME: SAIKIRAN DAMALLA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800" dirty="0"/>
              <a:t>COM748 MSc Project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800" dirty="0"/>
              <a:t>SUPERVISOR: MUHAMMAD ALTAF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2800" dirty="0"/>
              <a:t>UNIVERSITY: ULSTER UNIVERSITY, LONDON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  <a:p>
            <a:pPr marL="0" indent="0">
              <a:lnSpc>
                <a:spcPct val="90000"/>
              </a:lnSpc>
              <a:buNone/>
            </a:pPr>
            <a:endParaRPr lang="en-GB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C32DF3D-3F59-481D-A237-77C31AD49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F6CC03-4988-2838-3560-377CC387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3467"/>
            <a:ext cx="2880360" cy="5571066"/>
          </a:xfrm>
        </p:spPr>
        <p:txBody>
          <a:bodyPr anchor="ctr">
            <a:normAutofit/>
          </a:bodyPr>
          <a:lstStyle/>
          <a:p>
            <a:r>
              <a:rPr lang="en-US" sz="4700"/>
              <a:t>CONTENTS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2F02326-30C4-4095-988F-932A425AE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79764" y="0"/>
            <a:ext cx="5364236" cy="6858000"/>
          </a:xfrm>
          <a:custGeom>
            <a:avLst/>
            <a:gdLst>
              <a:gd name="connsiteX0" fmla="*/ 17101 w 7152315"/>
              <a:gd name="connsiteY0" fmla="*/ 0 h 6858000"/>
              <a:gd name="connsiteX1" fmla="*/ 7152315 w 7152315"/>
              <a:gd name="connsiteY1" fmla="*/ 0 h 6858000"/>
              <a:gd name="connsiteX2" fmla="*/ 7152315 w 7152315"/>
              <a:gd name="connsiteY2" fmla="*/ 6858000 h 6858000"/>
              <a:gd name="connsiteX3" fmla="*/ 15999 w 7152315"/>
              <a:gd name="connsiteY3" fmla="*/ 6858000 h 6858000"/>
              <a:gd name="connsiteX4" fmla="*/ 9729 w 7152315"/>
              <a:gd name="connsiteY4" fmla="*/ 6734157 h 6858000"/>
              <a:gd name="connsiteX5" fmla="*/ 15819 w 7152315"/>
              <a:gd name="connsiteY5" fmla="*/ 6122264 h 6858000"/>
              <a:gd name="connsiteX6" fmla="*/ 11379 w 7152315"/>
              <a:gd name="connsiteY6" fmla="*/ 5614784 h 6858000"/>
              <a:gd name="connsiteX7" fmla="*/ 20006 w 7152315"/>
              <a:gd name="connsiteY7" fmla="*/ 5204359 h 6858000"/>
              <a:gd name="connsiteX8" fmla="*/ 16962 w 7152315"/>
              <a:gd name="connsiteY8" fmla="*/ 4811696 h 6858000"/>
              <a:gd name="connsiteX9" fmla="*/ 13409 w 7152315"/>
              <a:gd name="connsiteY9" fmla="*/ 4358135 h 6858000"/>
              <a:gd name="connsiteX10" fmla="*/ 12774 w 7152315"/>
              <a:gd name="connsiteY10" fmla="*/ 4038423 h 6858000"/>
              <a:gd name="connsiteX11" fmla="*/ 10110 w 7152315"/>
              <a:gd name="connsiteY11" fmla="*/ 3630663 h 6858000"/>
              <a:gd name="connsiteX12" fmla="*/ 16581 w 7152315"/>
              <a:gd name="connsiteY12" fmla="*/ 3275427 h 6858000"/>
              <a:gd name="connsiteX13" fmla="*/ 27872 w 7152315"/>
              <a:gd name="connsiteY13" fmla="*/ 2871219 h 6858000"/>
              <a:gd name="connsiteX14" fmla="*/ 17596 w 7152315"/>
              <a:gd name="connsiteY14" fmla="*/ 2235600 h 6858000"/>
              <a:gd name="connsiteX15" fmla="*/ 14170 w 7152315"/>
              <a:gd name="connsiteY15" fmla="*/ 1894827 h 6858000"/>
              <a:gd name="connsiteX16" fmla="*/ 11632 w 7152315"/>
              <a:gd name="connsiteY16" fmla="*/ 1603026 h 6858000"/>
              <a:gd name="connsiteX17" fmla="*/ 14551 w 7152315"/>
              <a:gd name="connsiteY17" fmla="*/ 1307799 h 6858000"/>
              <a:gd name="connsiteX18" fmla="*/ 14551 w 7152315"/>
              <a:gd name="connsiteY18" fmla="*/ 887733 h 6858000"/>
              <a:gd name="connsiteX19" fmla="*/ 849 w 7152315"/>
              <a:gd name="connsiteY19" fmla="*/ 349169 h 6858000"/>
              <a:gd name="connsiteX20" fmla="*/ 1404 w 7152315"/>
              <a:gd name="connsiteY20" fmla="*/ 16059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7152315" h="6858000">
                <a:moveTo>
                  <a:pt x="17101" y="0"/>
                </a:moveTo>
                <a:lnTo>
                  <a:pt x="7152315" y="0"/>
                </a:lnTo>
                <a:lnTo>
                  <a:pt x="7152315" y="6858000"/>
                </a:lnTo>
                <a:lnTo>
                  <a:pt x="15999" y="6858000"/>
                </a:lnTo>
                <a:lnTo>
                  <a:pt x="9729" y="6734157"/>
                </a:lnTo>
                <a:cubicBezTo>
                  <a:pt x="5924" y="6530150"/>
                  <a:pt x="12521" y="6326271"/>
                  <a:pt x="15819" y="6122264"/>
                </a:cubicBezTo>
                <a:cubicBezTo>
                  <a:pt x="18484" y="5952766"/>
                  <a:pt x="-1689" y="5783013"/>
                  <a:pt x="11379" y="5614784"/>
                </a:cubicBezTo>
                <a:cubicBezTo>
                  <a:pt x="22112" y="5478259"/>
                  <a:pt x="24992" y="5341214"/>
                  <a:pt x="20006" y="5204359"/>
                </a:cubicBezTo>
                <a:cubicBezTo>
                  <a:pt x="14932" y="5073429"/>
                  <a:pt x="13917" y="4942537"/>
                  <a:pt x="16962" y="4811696"/>
                </a:cubicBezTo>
                <a:cubicBezTo>
                  <a:pt x="20640" y="4660467"/>
                  <a:pt x="16962" y="4509238"/>
                  <a:pt x="13409" y="4358135"/>
                </a:cubicBezTo>
                <a:cubicBezTo>
                  <a:pt x="10872" y="4251565"/>
                  <a:pt x="10998" y="4144994"/>
                  <a:pt x="12774" y="4038423"/>
                </a:cubicBezTo>
                <a:cubicBezTo>
                  <a:pt x="15185" y="3902545"/>
                  <a:pt x="19879" y="3766540"/>
                  <a:pt x="10110" y="3630663"/>
                </a:cubicBezTo>
                <a:cubicBezTo>
                  <a:pt x="1178" y="3512306"/>
                  <a:pt x="3347" y="3393378"/>
                  <a:pt x="16581" y="3275427"/>
                </a:cubicBezTo>
                <a:cubicBezTo>
                  <a:pt x="33403" y="3141377"/>
                  <a:pt x="37183" y="3006006"/>
                  <a:pt x="27872" y="2871219"/>
                </a:cubicBezTo>
                <a:cubicBezTo>
                  <a:pt x="11315" y="2659765"/>
                  <a:pt x="7890" y="2447486"/>
                  <a:pt x="17596" y="2235600"/>
                </a:cubicBezTo>
                <a:cubicBezTo>
                  <a:pt x="22797" y="2122038"/>
                  <a:pt x="21655" y="2008261"/>
                  <a:pt x="14170" y="1894827"/>
                </a:cubicBezTo>
                <a:cubicBezTo>
                  <a:pt x="8144" y="1797670"/>
                  <a:pt x="7294" y="1700272"/>
                  <a:pt x="11632" y="1603026"/>
                </a:cubicBezTo>
                <a:cubicBezTo>
                  <a:pt x="15566" y="1504575"/>
                  <a:pt x="17215" y="1406124"/>
                  <a:pt x="14551" y="1307799"/>
                </a:cubicBezTo>
                <a:cubicBezTo>
                  <a:pt x="10872" y="1168242"/>
                  <a:pt x="10110" y="1027798"/>
                  <a:pt x="14551" y="887733"/>
                </a:cubicBezTo>
                <a:cubicBezTo>
                  <a:pt x="20894" y="708085"/>
                  <a:pt x="3132" y="528817"/>
                  <a:pt x="849" y="349169"/>
                </a:cubicBezTo>
                <a:cubicBezTo>
                  <a:pt x="24" y="286241"/>
                  <a:pt x="-769" y="223346"/>
                  <a:pt x="1404" y="16059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4150613-D215-7F77-8FA7-4EB756693F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76522" y="643467"/>
            <a:ext cx="4341114" cy="55710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Title Slide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Contents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Existing Methods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Research Gap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Proposed System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System Workflow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Dataset Preparation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Data Annotation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Augmentation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YOLO Model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Technologies Used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Contribution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Limitations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Future Work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18987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4212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dirty="0"/>
              <a:t>Road accidents are a major global issue.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Driver drowsiness is a key contributing factor.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Drowsiness reduces attention, slows reaction time, and impairs decision-making.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Real-time detection is essential for improving road safety.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800" dirty="0"/>
              <a:t>Driver fatigue significantly increases accident risk because it reduces attention and reaction time, making it a serious but often unnoticed problem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914CE5-A0A1-C6DF-FBD1-03A5706D5A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03309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EXISTING METHODS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131F309-66C0-F220-F533-6B7B8FFB5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995203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RESEARCH GAP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FF159B-DCDF-89DE-F0F0-4F08C1669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2654878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GB"/>
              <a:t>PROPOSED SYSTEM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BB4F2E-EA9E-9FFC-7384-6DA3BCDC00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09232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98018"/>
            <a:ext cx="2986391" cy="2216513"/>
          </a:xfrm>
        </p:spPr>
        <p:txBody>
          <a:bodyPr>
            <a:normAutofit/>
          </a:bodyPr>
          <a:lstStyle/>
          <a:p>
            <a:r>
              <a:rPr lang="en-GB"/>
              <a:t>SYSTEM WORKFLOW</a:t>
            </a:r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8C38A4F2-7F3C-BB06-1C10-3A858D52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35" y="909157"/>
            <a:ext cx="8154129" cy="2548165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126" y="3998019"/>
            <a:ext cx="4787224" cy="22165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500"/>
              <a:t>Data Collection → Annotation → Preprocessing</a:t>
            </a:r>
          </a:p>
          <a:p>
            <a:pPr>
              <a:lnSpc>
                <a:spcPct val="90000"/>
              </a:lnSpc>
            </a:pPr>
            <a:r>
              <a:rPr lang="en-GB" sz="1500"/>
              <a:t>Augmentation → Training → Evaluation → Prediction</a:t>
            </a:r>
          </a:p>
          <a:p>
            <a:pPr>
              <a:lnSpc>
                <a:spcPct val="90000"/>
              </a:lnSpc>
            </a:pPr>
            <a:r>
              <a:rPr lang="en-GB" sz="1500"/>
              <a:t>Ensures structured and efficient pipeline.</a:t>
            </a:r>
          </a:p>
          <a:p>
            <a:pPr>
              <a:lnSpc>
                <a:spcPct val="90000"/>
              </a:lnSpc>
            </a:pPr>
            <a:r>
              <a:rPr lang="en-GB" sz="1500"/>
              <a:t>Supports real-time detection.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/>
          </a:p>
          <a:p>
            <a:pPr marL="0" indent="0">
              <a:lnSpc>
                <a:spcPct val="90000"/>
              </a:lnSpc>
              <a:buNone/>
            </a:pPr>
            <a:r>
              <a:rPr lang="en-GB" sz="1500"/>
              <a:t>This workflow ensures a structured process from raw data collection to real-time detection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586822"/>
            <a:ext cx="2743200" cy="1645920"/>
          </a:xfrm>
        </p:spPr>
        <p:txBody>
          <a:bodyPr>
            <a:normAutofit/>
          </a:bodyPr>
          <a:lstStyle/>
          <a:p>
            <a:r>
              <a:rPr lang="en-GB" sz="2800"/>
              <a:t>DATASET PREPARATION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579" y="586822"/>
            <a:ext cx="4580057" cy="16459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200"/>
              <a:t>Custom dataset with two classes: Normal and Drowsy.</a:t>
            </a:r>
          </a:p>
          <a:p>
            <a:pPr>
              <a:lnSpc>
                <a:spcPct val="90000"/>
              </a:lnSpc>
            </a:pPr>
            <a:r>
              <a:rPr lang="en-GB" sz="1200"/>
              <a:t>Includes variations in lighting and head orientation.</a:t>
            </a:r>
          </a:p>
          <a:p>
            <a:pPr>
              <a:lnSpc>
                <a:spcPct val="90000"/>
              </a:lnSpc>
            </a:pPr>
            <a:r>
              <a:rPr lang="en-GB" sz="1200"/>
              <a:t>Balanced dataset improves model performance.</a:t>
            </a:r>
          </a:p>
          <a:p>
            <a:pPr>
              <a:lnSpc>
                <a:spcPct val="90000"/>
              </a:lnSpc>
            </a:pPr>
            <a:r>
              <a:rPr lang="en-GB" sz="1200"/>
              <a:t>Ensures better generalization.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200"/>
          </a:p>
          <a:p>
            <a:pPr marL="0" indent="0">
              <a:lnSpc>
                <a:spcPct val="90000"/>
              </a:lnSpc>
              <a:buNone/>
            </a:pPr>
            <a:r>
              <a:rPr lang="en-GB" sz="1200"/>
              <a:t>A diverse dataset helps the model perform well in real-world conditions</a:t>
            </a:r>
          </a:p>
        </p:txBody>
      </p:sp>
      <p:pic>
        <p:nvPicPr>
          <p:cNvPr id="4" name="Picture 3" descr="A collage of images of people&#10;&#10;AI-generated content may be incorrect.">
            <a:extLst>
              <a:ext uri="{FF2B5EF4-FFF2-40B4-BE49-F238E27FC236}">
                <a16:creationId xmlns:a16="http://schemas.microsoft.com/office/drawing/2014/main" id="{CA9C908F-F53E-CA68-B0A6-EC1146404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7" y="3304796"/>
            <a:ext cx="4111132" cy="2333066"/>
          </a:xfrm>
          <a:prstGeom prst="rect">
            <a:avLst/>
          </a:prstGeom>
        </p:spPr>
      </p:pic>
      <p:pic>
        <p:nvPicPr>
          <p:cNvPr id="5" name="Picture 4" descr="A screenshot of a group of people&#10;&#10;AI-generated content may be incorrect.">
            <a:extLst>
              <a:ext uri="{FF2B5EF4-FFF2-40B4-BE49-F238E27FC236}">
                <a16:creationId xmlns:a16="http://schemas.microsoft.com/office/drawing/2014/main" id="{A409C001-4873-7C5A-F279-D21EFBCB2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085" y="3337372"/>
            <a:ext cx="4142312" cy="2267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4168866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D</a:t>
            </a:r>
            <a:r>
              <a:rPr lang="en-GB" dirty="0"/>
              <a:t>ATA</a:t>
            </a:r>
            <a:r>
              <a:rPr dirty="0"/>
              <a:t> A</a:t>
            </a:r>
            <a:r>
              <a:rPr lang="en-GB" dirty="0"/>
              <a:t>NNOTATION</a:t>
            </a:r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4168866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GB" sz="2500" dirty="0"/>
              <a:t>Annotation performed using LabelMe.</a:t>
            </a:r>
          </a:p>
          <a:p>
            <a:pPr>
              <a:lnSpc>
                <a:spcPct val="90000"/>
              </a:lnSpc>
            </a:pPr>
            <a:r>
              <a:rPr lang="en-GB" sz="2500" dirty="0"/>
              <a:t>Bounding boxes applied to face regions.</a:t>
            </a:r>
          </a:p>
          <a:p>
            <a:pPr>
              <a:lnSpc>
                <a:spcPct val="90000"/>
              </a:lnSpc>
            </a:pPr>
            <a:r>
              <a:rPr lang="en-GB" sz="2500" dirty="0"/>
              <a:t>Converted </a:t>
            </a:r>
            <a:r>
              <a:rPr lang="en-GB" sz="2500" dirty="0" err="1"/>
              <a:t>LableMe</a:t>
            </a:r>
            <a:r>
              <a:rPr lang="en-GB" sz="2500" dirty="0"/>
              <a:t> to YOLO Co-ordinates.</a:t>
            </a:r>
          </a:p>
          <a:p>
            <a:pPr>
              <a:lnSpc>
                <a:spcPct val="90000"/>
              </a:lnSpc>
            </a:pPr>
            <a:r>
              <a:rPr lang="en-GB" sz="2500" dirty="0"/>
              <a:t>Labels assigned for classification.</a:t>
            </a:r>
          </a:p>
          <a:p>
            <a:pPr>
              <a:lnSpc>
                <a:spcPct val="90000"/>
              </a:lnSpc>
            </a:pPr>
            <a:r>
              <a:rPr lang="en-GB" sz="2500" dirty="0"/>
              <a:t>Essential for YOLO training.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5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2500" dirty="0"/>
              <a:t>Annotation is essential for training YOLO, as it learns object location and classification.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2624479"/>
            <a:ext cx="609320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85863" y="1516981"/>
            <a:ext cx="23876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4112081"/>
            <a:ext cx="889838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4145122"/>
            <a:ext cx="3062574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4962670"/>
            <a:ext cx="1982514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GB" sz="4700" dirty="0"/>
              <a:t> AUGMENTATION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sX0" fmla="*/ 0 w 8229600"/>
              <a:gd name="csY0" fmla="*/ 0 h 18288"/>
              <a:gd name="csX1" fmla="*/ 521208 w 8229600"/>
              <a:gd name="csY1" fmla="*/ 0 h 18288"/>
              <a:gd name="csX2" fmla="*/ 1371600 w 8229600"/>
              <a:gd name="csY2" fmla="*/ 0 h 18288"/>
              <a:gd name="csX3" fmla="*/ 2221992 w 8229600"/>
              <a:gd name="csY3" fmla="*/ 0 h 18288"/>
              <a:gd name="csX4" fmla="*/ 3072384 w 8229600"/>
              <a:gd name="csY4" fmla="*/ 0 h 18288"/>
              <a:gd name="csX5" fmla="*/ 3511296 w 8229600"/>
              <a:gd name="csY5" fmla="*/ 0 h 18288"/>
              <a:gd name="csX6" fmla="*/ 4114800 w 8229600"/>
              <a:gd name="csY6" fmla="*/ 0 h 18288"/>
              <a:gd name="csX7" fmla="*/ 4553712 w 8229600"/>
              <a:gd name="csY7" fmla="*/ 0 h 18288"/>
              <a:gd name="csX8" fmla="*/ 5239512 w 8229600"/>
              <a:gd name="csY8" fmla="*/ 0 h 18288"/>
              <a:gd name="csX9" fmla="*/ 5843016 w 8229600"/>
              <a:gd name="csY9" fmla="*/ 0 h 18288"/>
              <a:gd name="csX10" fmla="*/ 6611112 w 8229600"/>
              <a:gd name="csY10" fmla="*/ 0 h 18288"/>
              <a:gd name="csX11" fmla="*/ 7461504 w 8229600"/>
              <a:gd name="csY11" fmla="*/ 0 h 18288"/>
              <a:gd name="csX12" fmla="*/ 8229600 w 8229600"/>
              <a:gd name="csY12" fmla="*/ 0 h 18288"/>
              <a:gd name="csX13" fmla="*/ 8229600 w 8229600"/>
              <a:gd name="csY13" fmla="*/ 18288 h 18288"/>
              <a:gd name="csX14" fmla="*/ 7461504 w 8229600"/>
              <a:gd name="csY14" fmla="*/ 18288 h 18288"/>
              <a:gd name="csX15" fmla="*/ 6940296 w 8229600"/>
              <a:gd name="csY15" fmla="*/ 18288 h 18288"/>
              <a:gd name="csX16" fmla="*/ 6419088 w 8229600"/>
              <a:gd name="csY16" fmla="*/ 18288 h 18288"/>
              <a:gd name="csX17" fmla="*/ 5650992 w 8229600"/>
              <a:gd name="csY17" fmla="*/ 18288 h 18288"/>
              <a:gd name="csX18" fmla="*/ 5129784 w 8229600"/>
              <a:gd name="csY18" fmla="*/ 18288 h 18288"/>
              <a:gd name="csX19" fmla="*/ 4690872 w 8229600"/>
              <a:gd name="csY19" fmla="*/ 18288 h 18288"/>
              <a:gd name="csX20" fmla="*/ 4087368 w 8229600"/>
              <a:gd name="csY20" fmla="*/ 18288 h 18288"/>
              <a:gd name="csX21" fmla="*/ 3401568 w 8229600"/>
              <a:gd name="csY21" fmla="*/ 18288 h 18288"/>
              <a:gd name="csX22" fmla="*/ 2798064 w 8229600"/>
              <a:gd name="csY22" fmla="*/ 18288 h 18288"/>
              <a:gd name="csX23" fmla="*/ 2276856 w 8229600"/>
              <a:gd name="csY23" fmla="*/ 18288 h 18288"/>
              <a:gd name="csX24" fmla="*/ 1426464 w 8229600"/>
              <a:gd name="csY24" fmla="*/ 18288 h 18288"/>
              <a:gd name="csX25" fmla="*/ 740664 w 8229600"/>
              <a:gd name="csY25" fmla="*/ 18288 h 18288"/>
              <a:gd name="csX26" fmla="*/ 0 w 8229600"/>
              <a:gd name="csY26" fmla="*/ 18288 h 18288"/>
              <a:gd name="csX27" fmla="*/ 0 w 8229600"/>
              <a:gd name="csY2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5035164" cy="4119172"/>
          </a:xfrm>
        </p:spPr>
        <p:txBody>
          <a:bodyPr anchor="t">
            <a:normAutofit/>
          </a:bodyPr>
          <a:lstStyle/>
          <a:p>
            <a:r>
              <a:rPr lang="en-GB" sz="1900" dirty="0"/>
              <a:t>Images resized to 640x640.</a:t>
            </a:r>
          </a:p>
          <a:p>
            <a:r>
              <a:rPr lang="en-GB" sz="1900" dirty="0"/>
              <a:t>Normalization applied.</a:t>
            </a:r>
          </a:p>
          <a:p>
            <a:r>
              <a:rPr lang="en-GB" sz="1900" dirty="0"/>
              <a:t>Augmentation techniques: flip, brightness, rotation.</a:t>
            </a:r>
          </a:p>
          <a:p>
            <a:r>
              <a:rPr lang="en-GB" sz="1900" dirty="0"/>
              <a:t>Improves robustness and reduces overfitting.</a:t>
            </a:r>
          </a:p>
          <a:p>
            <a:pPr marL="0" indent="0">
              <a:buNone/>
            </a:pPr>
            <a:endParaRPr lang="en-GB" sz="1900" dirty="0"/>
          </a:p>
          <a:p>
            <a:pPr marL="0" indent="0">
              <a:buNone/>
            </a:pPr>
            <a:r>
              <a:rPr lang="en-GB" sz="1900"/>
              <a:t>Augmentation increases dataset diversity and reduces overfitting.</a:t>
            </a:r>
            <a:endParaRPr lang="en-GB" sz="1900" dirty="0"/>
          </a:p>
        </p:txBody>
      </p:sp>
      <p:pic>
        <p:nvPicPr>
          <p:cNvPr id="4" name="Picture 3" descr="A collage of images of a person&#10;&#10;AI-generated content may be incorrect.">
            <a:extLst>
              <a:ext uri="{FF2B5EF4-FFF2-40B4-BE49-F238E27FC236}">
                <a16:creationId xmlns:a16="http://schemas.microsoft.com/office/drawing/2014/main" id="{720ACBDF-7113-CC0E-9274-E9071DD7F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1" r="5584" b="-3"/>
          <a:stretch>
            <a:fillRect/>
          </a:stretch>
        </p:blipFill>
        <p:spPr>
          <a:xfrm>
            <a:off x="5756743" y="2093976"/>
            <a:ext cx="2955798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F97E-09A4-34A3-5017-2313EA61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AUGMENTATION(contd.)</a:t>
            </a:r>
            <a:endParaRPr lang="en-US" dirty="0"/>
          </a:p>
        </p:txBody>
      </p:sp>
      <p:pic>
        <p:nvPicPr>
          <p:cNvPr id="5" name="Content Placeholder 4" descr="A cat lying on a ledge next to a potted plant&#10;&#10;AI-generated content may be incorrect.">
            <a:extLst>
              <a:ext uri="{FF2B5EF4-FFF2-40B4-BE49-F238E27FC236}">
                <a16:creationId xmlns:a16="http://schemas.microsoft.com/office/drawing/2014/main" id="{069BDB0C-6032-F7C4-34AF-2E036C8E7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235" y="1600200"/>
            <a:ext cx="800952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0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r>
              <a:rPr lang="en-GB" sz="4700"/>
              <a:t>YOLO MODEL</a:t>
            </a:r>
          </a:p>
        </p:txBody>
      </p:sp>
      <p:sp>
        <p:nvSpPr>
          <p:cNvPr id="104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600"/>
              <a:t>Single-stage object detection model.</a:t>
            </a:r>
          </a:p>
          <a:p>
            <a:pPr>
              <a:lnSpc>
                <a:spcPct val="90000"/>
              </a:lnSpc>
            </a:pPr>
            <a:r>
              <a:rPr lang="en-GB" sz="1600"/>
              <a:t>Predicts bounding boxes and class labels.</a:t>
            </a:r>
          </a:p>
          <a:p>
            <a:pPr>
              <a:lnSpc>
                <a:spcPct val="90000"/>
              </a:lnSpc>
            </a:pPr>
            <a:r>
              <a:rPr lang="en-GB" sz="1600"/>
              <a:t>Processes image in a single forward pass.</a:t>
            </a:r>
          </a:p>
          <a:p>
            <a:pPr>
              <a:lnSpc>
                <a:spcPct val="90000"/>
              </a:lnSpc>
            </a:pPr>
            <a:r>
              <a:rPr lang="en-GB" sz="1600"/>
              <a:t>Achieves low latency and high efficiency.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/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YOLO processes the entire image in one step, making it much faster than traditional models.</a:t>
            </a:r>
          </a:p>
        </p:txBody>
      </p:sp>
      <p:pic>
        <p:nvPicPr>
          <p:cNvPr id="1025" name="Picture 3" descr="A diagram of a dog in a cage&#10;&#10;AI-generated content may be incorrect.">
            <a:extLst>
              <a:ext uri="{FF2B5EF4-FFF2-40B4-BE49-F238E27FC236}">
                <a16:creationId xmlns:a16="http://schemas.microsoft.com/office/drawing/2014/main" id="{1C828E11-A094-B0AE-736D-52160910F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0722" y="1810941"/>
            <a:ext cx="5177790" cy="3236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6D2FC45-1366-076E-69A7-17AA9649C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904CBF-2694-852B-A03B-F7DC9EA89E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152042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7C5F937-FDA4-49FD-A135-03738460F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15E37C-522A-423F-B958-36BF66141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62856"/>
            <a:ext cx="2564892" cy="1600200"/>
          </a:xfrm>
        </p:spPr>
        <p:txBody>
          <a:bodyPr anchor="ctr">
            <a:normAutofit/>
          </a:bodyPr>
          <a:lstStyle/>
          <a:p>
            <a:r>
              <a:rPr lang="en-GB" sz="4200">
                <a:solidFill>
                  <a:srgbClr val="FFFFFF"/>
                </a:solidFill>
              </a:rPr>
              <a:t>RESULTS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07B96BD6-D2BE-D3D0-EC74-BC34BD055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78" r="20494" b="-2"/>
          <a:stretch>
            <a:fillRect/>
          </a:stretch>
        </p:blipFill>
        <p:spPr>
          <a:xfrm>
            <a:off x="20" y="10"/>
            <a:ext cx="4571980" cy="4196271"/>
          </a:xfrm>
          <a:custGeom>
            <a:avLst/>
            <a:gdLst/>
            <a:ahLst/>
            <a:cxnLst/>
            <a:rect l="l" t="t" r="r" b="b"/>
            <a:pathLst>
              <a:path w="6005375" h="4196281">
                <a:moveTo>
                  <a:pt x="0" y="0"/>
                </a:moveTo>
                <a:lnTo>
                  <a:pt x="6000673" y="0"/>
                </a:lnTo>
                <a:lnTo>
                  <a:pt x="5998730" y="19709"/>
                </a:lnTo>
                <a:cubicBezTo>
                  <a:pt x="6001245" y="280059"/>
                  <a:pt x="5986414" y="540409"/>
                  <a:pt x="5999656" y="800631"/>
                </a:cubicBezTo>
                <a:cubicBezTo>
                  <a:pt x="6009854" y="1001996"/>
                  <a:pt x="6003364" y="1203233"/>
                  <a:pt x="5999656" y="1404471"/>
                </a:cubicBezTo>
                <a:cubicBezTo>
                  <a:pt x="5992506" y="1790420"/>
                  <a:pt x="6003364" y="2175860"/>
                  <a:pt x="5998730" y="2561300"/>
                </a:cubicBezTo>
                <a:cubicBezTo>
                  <a:pt x="5996744" y="2732154"/>
                  <a:pt x="5998994" y="2902754"/>
                  <a:pt x="6003364" y="3073609"/>
                </a:cubicBezTo>
                <a:cubicBezTo>
                  <a:pt x="6009720" y="3317560"/>
                  <a:pt x="5999922" y="3561638"/>
                  <a:pt x="5989196" y="3805463"/>
                </a:cubicBezTo>
                <a:cubicBezTo>
                  <a:pt x="5985594" y="3872508"/>
                  <a:pt x="5984647" y="3939633"/>
                  <a:pt x="5986348" y="4006695"/>
                </a:cubicBezTo>
                <a:lnTo>
                  <a:pt x="5997254" y="4174633"/>
                </a:lnTo>
                <a:lnTo>
                  <a:pt x="5951600" y="4176620"/>
                </a:lnTo>
                <a:cubicBezTo>
                  <a:pt x="5886701" y="4176651"/>
                  <a:pt x="5821787" y="4174749"/>
                  <a:pt x="5756904" y="4173480"/>
                </a:cubicBezTo>
                <a:cubicBezTo>
                  <a:pt x="5518558" y="4169040"/>
                  <a:pt x="5280085" y="4173480"/>
                  <a:pt x="5042246" y="4150774"/>
                </a:cubicBezTo>
                <a:cubicBezTo>
                  <a:pt x="4977617" y="4144622"/>
                  <a:pt x="4912545" y="4140690"/>
                  <a:pt x="4847599" y="4141467"/>
                </a:cubicBezTo>
                <a:cubicBezTo>
                  <a:pt x="4782654" y="4142244"/>
                  <a:pt x="4717834" y="4147730"/>
                  <a:pt x="4653712" y="4160414"/>
                </a:cubicBezTo>
                <a:cubicBezTo>
                  <a:pt x="4446570" y="4200625"/>
                  <a:pt x="4238795" y="4203162"/>
                  <a:pt x="4029496" y="4186925"/>
                </a:cubicBezTo>
                <a:cubicBezTo>
                  <a:pt x="3943620" y="4180203"/>
                  <a:pt x="3857745" y="4169040"/>
                  <a:pt x="3771488" y="4171196"/>
                </a:cubicBezTo>
                <a:cubicBezTo>
                  <a:pt x="3623584" y="4175129"/>
                  <a:pt x="3475553" y="4167137"/>
                  <a:pt x="3327522" y="4169167"/>
                </a:cubicBezTo>
                <a:cubicBezTo>
                  <a:pt x="3323527" y="4169738"/>
                  <a:pt x="3319442" y="4169205"/>
                  <a:pt x="3315726" y="4167645"/>
                </a:cubicBezTo>
                <a:cubicBezTo>
                  <a:pt x="3278940" y="4142402"/>
                  <a:pt x="3238602" y="4152169"/>
                  <a:pt x="3200548" y="4158765"/>
                </a:cubicBezTo>
                <a:cubicBezTo>
                  <a:pt x="3074081" y="4180710"/>
                  <a:pt x="2947741" y="4191492"/>
                  <a:pt x="2819245" y="4174494"/>
                </a:cubicBezTo>
                <a:cubicBezTo>
                  <a:pt x="2696545" y="4156698"/>
                  <a:pt x="2572095" y="4154478"/>
                  <a:pt x="2448850" y="4167898"/>
                </a:cubicBezTo>
                <a:cubicBezTo>
                  <a:pt x="2279382" y="4187687"/>
                  <a:pt x="2110548" y="4183501"/>
                  <a:pt x="1941461" y="4167898"/>
                </a:cubicBezTo>
                <a:cubicBezTo>
                  <a:pt x="1872836" y="4161556"/>
                  <a:pt x="1803197" y="4150774"/>
                  <a:pt x="1735207" y="4166630"/>
                </a:cubicBezTo>
                <a:cubicBezTo>
                  <a:pt x="1651488" y="4186038"/>
                  <a:pt x="1568022" y="4179695"/>
                  <a:pt x="1484049" y="4175382"/>
                </a:cubicBezTo>
                <a:cubicBezTo>
                  <a:pt x="1377751" y="4169801"/>
                  <a:pt x="1271707" y="4153692"/>
                  <a:pt x="1165028" y="4166376"/>
                </a:cubicBezTo>
                <a:cubicBezTo>
                  <a:pt x="1115684" y="4172211"/>
                  <a:pt x="1066721" y="4181471"/>
                  <a:pt x="1016743" y="4179061"/>
                </a:cubicBezTo>
                <a:cubicBezTo>
                  <a:pt x="878480" y="4172719"/>
                  <a:pt x="740343" y="4165235"/>
                  <a:pt x="601825" y="4166376"/>
                </a:cubicBezTo>
                <a:cubicBezTo>
                  <a:pt x="543856" y="4166757"/>
                  <a:pt x="486267" y="4168659"/>
                  <a:pt x="428552" y="4172845"/>
                </a:cubicBezTo>
                <a:cubicBezTo>
                  <a:pt x="320858" y="4180710"/>
                  <a:pt x="213545" y="4170055"/>
                  <a:pt x="106233" y="4166249"/>
                </a:cubicBezTo>
                <a:lnTo>
                  <a:pt x="0" y="4171008"/>
                </a:lnTo>
                <a:close/>
              </a:path>
            </a:pathLst>
          </a:cu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38FBF4DF-D7AA-7469-8B1C-BD44DB94E3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6" r="14518" b="1"/>
          <a:stretch>
            <a:fillRect/>
          </a:stretch>
        </p:blipFill>
        <p:spPr>
          <a:xfrm>
            <a:off x="4514850" y="-1"/>
            <a:ext cx="4629144" cy="4187672"/>
          </a:xfrm>
          <a:custGeom>
            <a:avLst/>
            <a:gdLst/>
            <a:ahLst/>
            <a:cxnLst/>
            <a:rect l="l" t="t" r="r" b="b"/>
            <a:pathLst>
              <a:path w="6006950" h="4187672">
                <a:moveTo>
                  <a:pt x="9223" y="0"/>
                </a:moveTo>
                <a:lnTo>
                  <a:pt x="6006950" y="0"/>
                </a:lnTo>
                <a:lnTo>
                  <a:pt x="6006950" y="4169490"/>
                </a:lnTo>
                <a:lnTo>
                  <a:pt x="5787907" y="4174448"/>
                </a:lnTo>
                <a:cubicBezTo>
                  <a:pt x="5713866" y="4173475"/>
                  <a:pt x="5639861" y="4169853"/>
                  <a:pt x="5566029" y="4163587"/>
                </a:cubicBezTo>
                <a:cubicBezTo>
                  <a:pt x="5458843" y="4155595"/>
                  <a:pt x="5350768" y="4144559"/>
                  <a:pt x="5244343" y="4164855"/>
                </a:cubicBezTo>
                <a:cubicBezTo>
                  <a:pt x="5127517" y="4187307"/>
                  <a:pt x="5010817" y="4187434"/>
                  <a:pt x="4892977" y="4181726"/>
                </a:cubicBezTo>
                <a:cubicBezTo>
                  <a:pt x="4792260" y="4176906"/>
                  <a:pt x="4691923" y="4151536"/>
                  <a:pt x="4590445" y="4178301"/>
                </a:cubicBezTo>
                <a:cubicBezTo>
                  <a:pt x="4580348" y="4179772"/>
                  <a:pt x="4570061" y="4179341"/>
                  <a:pt x="4560128" y="4177032"/>
                </a:cubicBezTo>
                <a:cubicBezTo>
                  <a:pt x="4449137" y="4161684"/>
                  <a:pt x="4337384" y="4174242"/>
                  <a:pt x="4226013" y="4169929"/>
                </a:cubicBezTo>
                <a:cubicBezTo>
                  <a:pt x="4174640" y="4167899"/>
                  <a:pt x="4122252" y="4169041"/>
                  <a:pt x="4071513" y="4163587"/>
                </a:cubicBezTo>
                <a:cubicBezTo>
                  <a:pt x="3955067" y="4151156"/>
                  <a:pt x="3838874" y="4144559"/>
                  <a:pt x="3723697" y="4173861"/>
                </a:cubicBezTo>
                <a:cubicBezTo>
                  <a:pt x="3690082" y="4181764"/>
                  <a:pt x="3655732" y="4186013"/>
                  <a:pt x="3621204" y="4186546"/>
                </a:cubicBezTo>
                <a:cubicBezTo>
                  <a:pt x="3508437" y="4190605"/>
                  <a:pt x="3396050" y="4182867"/>
                  <a:pt x="3283664" y="4176525"/>
                </a:cubicBezTo>
                <a:cubicBezTo>
                  <a:pt x="3205652" y="4172085"/>
                  <a:pt x="3127768" y="4162445"/>
                  <a:pt x="3049630" y="4170563"/>
                </a:cubicBezTo>
                <a:cubicBezTo>
                  <a:pt x="3004218" y="4175257"/>
                  <a:pt x="2958427" y="4175257"/>
                  <a:pt x="2913015" y="4170563"/>
                </a:cubicBezTo>
                <a:cubicBezTo>
                  <a:pt x="2829321" y="4160758"/>
                  <a:pt x="2744879" y="4158931"/>
                  <a:pt x="2660842" y="4165109"/>
                </a:cubicBezTo>
                <a:cubicBezTo>
                  <a:pt x="2535390" y="4175891"/>
                  <a:pt x="2410065" y="4184897"/>
                  <a:pt x="2284232" y="4167773"/>
                </a:cubicBezTo>
                <a:cubicBezTo>
                  <a:pt x="2212868" y="4156559"/>
                  <a:pt x="2140312" y="4155240"/>
                  <a:pt x="2068592" y="4163840"/>
                </a:cubicBezTo>
                <a:cubicBezTo>
                  <a:pt x="1897729" y="4187814"/>
                  <a:pt x="1726485" y="4180077"/>
                  <a:pt x="1555241" y="4170183"/>
                </a:cubicBezTo>
                <a:cubicBezTo>
                  <a:pt x="1440824" y="4163460"/>
                  <a:pt x="1325901" y="4151156"/>
                  <a:pt x="1211738" y="4167392"/>
                </a:cubicBezTo>
                <a:cubicBezTo>
                  <a:pt x="1066118" y="4187688"/>
                  <a:pt x="920370" y="4180965"/>
                  <a:pt x="774368" y="4175003"/>
                </a:cubicBezTo>
                <a:cubicBezTo>
                  <a:pt x="667182" y="4170563"/>
                  <a:pt x="559869" y="4157117"/>
                  <a:pt x="452430" y="4173734"/>
                </a:cubicBezTo>
                <a:cubicBezTo>
                  <a:pt x="441369" y="4175244"/>
                  <a:pt x="430117" y="4174115"/>
                  <a:pt x="419576" y="4170436"/>
                </a:cubicBezTo>
                <a:cubicBezTo>
                  <a:pt x="378807" y="4157016"/>
                  <a:pt x="335096" y="4155215"/>
                  <a:pt x="293363" y="4165236"/>
                </a:cubicBezTo>
                <a:cubicBezTo>
                  <a:pt x="216367" y="4182106"/>
                  <a:pt x="139497" y="4189463"/>
                  <a:pt x="61105" y="4174115"/>
                </a:cubicBezTo>
                <a:lnTo>
                  <a:pt x="13323" y="4171265"/>
                </a:lnTo>
                <a:lnTo>
                  <a:pt x="28554" y="3843045"/>
                </a:lnTo>
                <a:cubicBezTo>
                  <a:pt x="30457" y="3722610"/>
                  <a:pt x="27412" y="3602256"/>
                  <a:pt x="15626" y="3482187"/>
                </a:cubicBezTo>
                <a:cubicBezTo>
                  <a:pt x="-847" y="3335690"/>
                  <a:pt x="-4304" y="3188124"/>
                  <a:pt x="5296" y="3041068"/>
                </a:cubicBezTo>
                <a:cubicBezTo>
                  <a:pt x="11786" y="2956911"/>
                  <a:pt x="18539" y="2872754"/>
                  <a:pt x="22776" y="2788472"/>
                </a:cubicBezTo>
                <a:cubicBezTo>
                  <a:pt x="28180" y="2668580"/>
                  <a:pt x="25173" y="2548474"/>
                  <a:pt x="13771" y="2428964"/>
                </a:cubicBezTo>
                <a:cubicBezTo>
                  <a:pt x="4237" y="2337829"/>
                  <a:pt x="3177" y="2246070"/>
                  <a:pt x="10593" y="2154757"/>
                </a:cubicBezTo>
                <a:cubicBezTo>
                  <a:pt x="25690" y="1999286"/>
                  <a:pt x="9931" y="1843813"/>
                  <a:pt x="5032" y="1688466"/>
                </a:cubicBezTo>
                <a:cubicBezTo>
                  <a:pt x="-3577" y="1402691"/>
                  <a:pt x="20393" y="1117045"/>
                  <a:pt x="9666" y="831270"/>
                </a:cubicBezTo>
                <a:cubicBezTo>
                  <a:pt x="3841" y="689908"/>
                  <a:pt x="16420" y="548673"/>
                  <a:pt x="9666" y="407311"/>
                </a:cubicBezTo>
                <a:cubicBezTo>
                  <a:pt x="4105" y="306755"/>
                  <a:pt x="397" y="206200"/>
                  <a:pt x="4105" y="105518"/>
                </a:cubicBezTo>
                <a:cubicBezTo>
                  <a:pt x="5164" y="78059"/>
                  <a:pt x="5826" y="50473"/>
                  <a:pt x="9534" y="23396"/>
                </a:cubicBezTo>
                <a:close/>
              </a:path>
            </a:pathLst>
          </a:custGeom>
        </p:spPr>
      </p:pic>
      <p:sp>
        <p:nvSpPr>
          <p:cNvPr id="25" name="sketch line">
            <a:extLst>
              <a:ext uri="{FF2B5EF4-FFF2-40B4-BE49-F238E27FC236}">
                <a16:creationId xmlns:a16="http://schemas.microsoft.com/office/drawing/2014/main" id="{C125E75E-F290-415E-9397-4DAC206C5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73451" y="5333238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562856"/>
            <a:ext cx="5170932" cy="16002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300">
                <a:solidFill>
                  <a:srgbClr val="FFFFFF"/>
                </a:solidFill>
              </a:rPr>
              <a:t>F1-score ≈ 0.99 indicating high accuracy.</a:t>
            </a:r>
          </a:p>
          <a:p>
            <a:pPr>
              <a:lnSpc>
                <a:spcPct val="90000"/>
              </a:lnSpc>
            </a:pPr>
            <a:r>
              <a:rPr lang="en-GB" sz="1300">
                <a:solidFill>
                  <a:srgbClr val="FFFFFF"/>
                </a:solidFill>
              </a:rPr>
              <a:t>mAP ≈ 0.995 showing strong detection performance.</a:t>
            </a:r>
          </a:p>
          <a:p>
            <a:pPr>
              <a:lnSpc>
                <a:spcPct val="90000"/>
              </a:lnSpc>
            </a:pPr>
            <a:r>
              <a:rPr lang="en-GB" sz="1300">
                <a:solidFill>
                  <a:srgbClr val="FFFFFF"/>
                </a:solidFill>
              </a:rPr>
              <a:t>Confusion matrix shows minimal misclassification.</a:t>
            </a:r>
          </a:p>
          <a:p>
            <a:pPr>
              <a:lnSpc>
                <a:spcPct val="90000"/>
              </a:lnSpc>
            </a:pPr>
            <a:r>
              <a:rPr lang="en-GB" sz="1300">
                <a:solidFill>
                  <a:srgbClr val="FFFFFF"/>
                </a:solidFill>
              </a:rPr>
              <a:t>Model generalizes well to unseen data.</a:t>
            </a:r>
          </a:p>
          <a:p>
            <a:pPr marL="0" indent="0">
              <a:lnSpc>
                <a:spcPct val="90000"/>
              </a:lnSpc>
              <a:buNone/>
            </a:pPr>
            <a:endParaRPr lang="en-GB" sz="130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1300">
                <a:solidFill>
                  <a:srgbClr val="FFFFFF"/>
                </a:solidFill>
              </a:rPr>
              <a:t>The results show high accuracy and strong balance between precision and recall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GB" sz="2900"/>
              <a:t>CONTRIBUTION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r>
              <a:rPr lang="en-GB" sz="1900"/>
              <a:t>Customized YOLOv26 model.</a:t>
            </a:r>
          </a:p>
          <a:p>
            <a:r>
              <a:rPr lang="en-GB" sz="1900"/>
              <a:t>Improved real-time performance.</a:t>
            </a:r>
          </a:p>
          <a:p>
            <a:r>
              <a:rPr lang="en-GB" sz="1900"/>
              <a:t>Reduced computational complexity.</a:t>
            </a:r>
          </a:p>
          <a:p>
            <a:r>
              <a:rPr lang="en-GB" sz="1900"/>
              <a:t>Enhanced robustness using augmentation.</a:t>
            </a:r>
          </a:p>
          <a:p>
            <a:r>
              <a:rPr lang="en-GB" sz="1900"/>
              <a:t>Suitable for real-world deployment.</a:t>
            </a:r>
          </a:p>
          <a:p>
            <a:pPr marL="0" indent="0">
              <a:buNone/>
            </a:pPr>
            <a:endParaRPr lang="en-GB" sz="1900"/>
          </a:p>
          <a:p>
            <a:pPr marL="0" indent="0">
              <a:buNone/>
            </a:pPr>
            <a:r>
              <a:rPr lang="en-GB" sz="1900"/>
              <a:t>The results show high accuracy and strong balance between precision and recall.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27E86A-F1F3-9C0D-D7C3-949E6B9E22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13043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000"/>
              <a:t>Integration with real-time webcam systems.</a:t>
            </a:r>
          </a:p>
          <a:p>
            <a:pPr>
              <a:lnSpc>
                <a:spcPct val="90000"/>
              </a:lnSpc>
            </a:pPr>
            <a:r>
              <a:rPr lang="en-GB" sz="2000"/>
              <a:t>Alert system for driver warning.</a:t>
            </a:r>
          </a:p>
          <a:p>
            <a:pPr>
              <a:lnSpc>
                <a:spcPct val="90000"/>
              </a:lnSpc>
            </a:pPr>
            <a:r>
              <a:rPr lang="en-GB" sz="2000"/>
              <a:t>Multi-class detection (yawning, blinking).</a:t>
            </a:r>
          </a:p>
          <a:p>
            <a:pPr>
              <a:lnSpc>
                <a:spcPct val="90000"/>
              </a:lnSpc>
            </a:pPr>
            <a:r>
              <a:rPr lang="en-GB" sz="2000"/>
              <a:t>Deployment on edge devices.</a:t>
            </a:r>
          </a:p>
          <a:p>
            <a:pPr>
              <a:lnSpc>
                <a:spcPct val="90000"/>
              </a:lnSpc>
            </a:pPr>
            <a:r>
              <a:rPr lang="en-GB" sz="2000"/>
              <a:t>Improvement under challenging conditions.</a:t>
            </a:r>
          </a:p>
          <a:p>
            <a:pPr marL="0" indent="0">
              <a:lnSpc>
                <a:spcPct val="90000"/>
              </a:lnSpc>
              <a:buNone/>
            </a:pPr>
            <a:endParaRPr lang="en-GB" sz="2000"/>
          </a:p>
          <a:p>
            <a:pPr marL="0" indent="0">
              <a:lnSpc>
                <a:spcPct val="90000"/>
              </a:lnSpc>
              <a:buNone/>
            </a:pPr>
            <a:r>
              <a:rPr lang="en-GB" sz="2000"/>
              <a:t>Future improvements will enhance robustness and real-world applicability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GB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r>
              <a:rPr lang="en-GB" sz="1700"/>
              <a:t>Developed a real-time driver drowsiness detection system.</a:t>
            </a:r>
          </a:p>
          <a:p>
            <a:r>
              <a:rPr lang="en-GB" sz="1700"/>
              <a:t>Achieved high accuracy and efficiency.</a:t>
            </a:r>
          </a:p>
          <a:p>
            <a:r>
              <a:rPr lang="en-GB" sz="1700"/>
              <a:t>Balanced performance and computational cost.</a:t>
            </a:r>
          </a:p>
          <a:p>
            <a:r>
              <a:rPr lang="en-GB" sz="1700"/>
              <a:t>Demonstrates potential for improving road safety.</a:t>
            </a:r>
          </a:p>
          <a:p>
            <a:pPr marL="0" indent="0">
              <a:buNone/>
            </a:pPr>
            <a:endParaRPr lang="en-GB" sz="1700"/>
          </a:p>
          <a:p>
            <a:pPr marL="0" indent="0">
              <a:buNone/>
            </a:pPr>
            <a:r>
              <a:rPr lang="en-GB" sz="1700"/>
              <a:t>This project demonstrates how deep learning can improve road safety through real-time driver monitoring.</a:t>
            </a:r>
          </a:p>
        </p:txBody>
      </p:sp>
      <p:pic>
        <p:nvPicPr>
          <p:cNvPr id="5" name="Picture 4" descr="A dashboard of a car">
            <a:extLst>
              <a:ext uri="{FF2B5EF4-FFF2-40B4-BE49-F238E27FC236}">
                <a16:creationId xmlns:a16="http://schemas.microsoft.com/office/drawing/2014/main" id="{004AA84E-EB32-9C23-95E2-F4087EDAA2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12" r="3471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753</Words>
  <Application>Microsoft Macintosh PowerPoint</Application>
  <PresentationFormat>On-screen Show (4:3)</PresentationFormat>
  <Paragraphs>140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REAL-TIME DRIVER DROWSINESS DETECTION USING DEEP LEARNING </vt:lpstr>
      <vt:lpstr>CONTENTS</vt:lpstr>
      <vt:lpstr>INTRODUCTION</vt:lpstr>
      <vt:lpstr>PROBLEM STATEMENT</vt:lpstr>
      <vt:lpstr>EXISTING METHODS</vt:lpstr>
      <vt:lpstr>RESEARCH GAP</vt:lpstr>
      <vt:lpstr>PROPOSED SYSTEM</vt:lpstr>
      <vt:lpstr>SYSTEM WORKFLOW</vt:lpstr>
      <vt:lpstr>DATASET PREPARATION</vt:lpstr>
      <vt:lpstr>DATA ANNOTATION</vt:lpstr>
      <vt:lpstr> AUGMENTATION</vt:lpstr>
      <vt:lpstr>AUGMENTATION(contd.)</vt:lpstr>
      <vt:lpstr>YOLO MODEL</vt:lpstr>
      <vt:lpstr>TECHNOLOGIES USED</vt:lpstr>
      <vt:lpstr>RESULTS</vt:lpstr>
      <vt:lpstr>CONTRIBUTION</vt:lpstr>
      <vt:lpstr>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Saikiran Damalla</cp:lastModifiedBy>
  <cp:revision>5</cp:revision>
  <dcterms:created xsi:type="dcterms:W3CDTF">2013-01-27T09:14:16Z</dcterms:created>
  <dcterms:modified xsi:type="dcterms:W3CDTF">2026-04-17T15:44:56Z</dcterms:modified>
  <cp:category/>
</cp:coreProperties>
</file>